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59" r:id="rId9"/>
    <p:sldId id="273" r:id="rId10"/>
    <p:sldId id="267" r:id="rId11"/>
    <p:sldId id="276" r:id="rId12"/>
    <p:sldId id="277" r:id="rId13"/>
    <p:sldId id="274" r:id="rId14"/>
    <p:sldId id="275" r:id="rId15"/>
    <p:sldId id="265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E0858-D2B1-42CD-AC43-62B4E90AC740}" v="2" dt="2026-10-22T04:50:38.588"/>
    <p1510:client id="{2CAEAE5F-0227-428A-9366-D82082D8E164}" v="51" dt="2026-10-22T01:19:29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an Bhattarai" userId="59fbe7c93122b454" providerId="LiveId" clId="{6C500F89-FA34-40D1-82E0-84CEFE900932}"/>
    <pc:docChg chg="undo custSel addSld delSld modSld sldOrd">
      <pc:chgData name="Laxman Bhattarai" userId="59fbe7c93122b454" providerId="LiveId" clId="{6C500F89-FA34-40D1-82E0-84CEFE900932}" dt="2026-10-22T04:50:44.568" v="657" actId="1076"/>
      <pc:docMkLst>
        <pc:docMk/>
      </pc:docMkLst>
      <pc:sldChg chg="modTransition">
        <pc:chgData name="Laxman Bhattarai" userId="59fbe7c93122b454" providerId="LiveId" clId="{6C500F89-FA34-40D1-82E0-84CEFE900932}" dt="2026-10-22T01:18:33.026" v="546"/>
        <pc:sldMkLst>
          <pc:docMk/>
          <pc:sldMk cId="0" sldId="256"/>
        </pc:sldMkLst>
      </pc:sldChg>
      <pc:sldChg chg="modTransition">
        <pc:chgData name="Laxman Bhattarai" userId="59fbe7c93122b454" providerId="LiveId" clId="{6C500F89-FA34-40D1-82E0-84CEFE900932}" dt="2026-10-22T01:18:41.973" v="547"/>
        <pc:sldMkLst>
          <pc:docMk/>
          <pc:sldMk cId="0" sldId="257"/>
        </pc:sldMkLst>
      </pc:sldChg>
      <pc:sldChg chg="modTransition">
        <pc:chgData name="Laxman Bhattarai" userId="59fbe7c93122b454" providerId="LiveId" clId="{6C500F89-FA34-40D1-82E0-84CEFE900932}" dt="2026-10-22T01:18:44.648" v="548"/>
        <pc:sldMkLst>
          <pc:docMk/>
          <pc:sldMk cId="0" sldId="258"/>
        </pc:sldMkLst>
      </pc:sldChg>
      <pc:sldChg chg="modTransition">
        <pc:chgData name="Laxman Bhattarai" userId="59fbe7c93122b454" providerId="LiveId" clId="{6C500F89-FA34-40D1-82E0-84CEFE900932}" dt="2026-10-22T01:19:04.119" v="553"/>
        <pc:sldMkLst>
          <pc:docMk/>
          <pc:sldMk cId="0" sldId="259"/>
        </pc:sldMkLst>
      </pc:sldChg>
      <pc:sldChg chg="modTransition">
        <pc:chgData name="Laxman Bhattarai" userId="59fbe7c93122b454" providerId="LiveId" clId="{6C500F89-FA34-40D1-82E0-84CEFE900932}" dt="2026-10-22T01:19:23.331" v="560"/>
        <pc:sldMkLst>
          <pc:docMk/>
          <pc:sldMk cId="0" sldId="265"/>
        </pc:sldMkLst>
      </pc:sldChg>
      <pc:sldChg chg="modTransition">
        <pc:chgData name="Laxman Bhattarai" userId="59fbe7c93122b454" providerId="LiveId" clId="{6C500F89-FA34-40D1-82E0-84CEFE900932}" dt="2026-10-22T01:19:08.628" v="555"/>
        <pc:sldMkLst>
          <pc:docMk/>
          <pc:sldMk cId="0" sldId="267"/>
        </pc:sldMkLst>
      </pc:sldChg>
      <pc:sldChg chg="modSp mod modTransition">
        <pc:chgData name="Laxman Bhattarai" userId="59fbe7c93122b454" providerId="LiveId" clId="{6C500F89-FA34-40D1-82E0-84CEFE900932}" dt="2026-10-22T01:20:56.778" v="607" actId="20577"/>
        <pc:sldMkLst>
          <pc:docMk/>
          <pc:sldMk cId="0" sldId="268"/>
        </pc:sldMkLst>
        <pc:spChg chg="mod">
          <ac:chgData name="Laxman Bhattarai" userId="59fbe7c93122b454" providerId="LiveId" clId="{6C500F89-FA34-40D1-82E0-84CEFE900932}" dt="2026-10-22T01:20:56.778" v="607" actId="20577"/>
          <ac:spMkLst>
            <pc:docMk/>
            <pc:sldMk cId="0" sldId="268"/>
            <ac:spMk id="8" creationId="{00000000-0000-0000-0000-000000000000}"/>
          </ac:spMkLst>
        </pc:spChg>
      </pc:sldChg>
      <pc:sldChg chg="modTransition modNotesTx">
        <pc:chgData name="Laxman Bhattarai" userId="59fbe7c93122b454" providerId="LiveId" clId="{6C500F89-FA34-40D1-82E0-84CEFE900932}" dt="2026-10-22T02:01:08.579" v="646" actId="20577"/>
        <pc:sldMkLst>
          <pc:docMk/>
          <pc:sldMk cId="1598297149" sldId="269"/>
        </pc:sldMkLst>
      </pc:sldChg>
      <pc:sldChg chg="addSp modSp mod modTransition">
        <pc:chgData name="Laxman Bhattarai" userId="59fbe7c93122b454" providerId="LiveId" clId="{6C500F89-FA34-40D1-82E0-84CEFE900932}" dt="2026-10-22T04:50:44.568" v="657" actId="1076"/>
        <pc:sldMkLst>
          <pc:docMk/>
          <pc:sldMk cId="35739273" sldId="270"/>
        </pc:sldMkLst>
        <pc:spChg chg="add mod">
          <ac:chgData name="Laxman Bhattarai" userId="59fbe7c93122b454" providerId="LiveId" clId="{6C500F89-FA34-40D1-82E0-84CEFE900932}" dt="2026-10-22T04:50:44.568" v="657" actId="1076"/>
          <ac:spMkLst>
            <pc:docMk/>
            <pc:sldMk cId="35739273" sldId="270"/>
            <ac:spMk id="2" creationId="{DEAA7827-5B2B-756B-57B6-5926B1D32A75}"/>
          </ac:spMkLst>
        </pc:spChg>
      </pc:sldChg>
      <pc:sldChg chg="modTransition">
        <pc:chgData name="Laxman Bhattarai" userId="59fbe7c93122b454" providerId="LiveId" clId="{6C500F89-FA34-40D1-82E0-84CEFE900932}" dt="2026-10-22T01:18:55.814" v="551"/>
        <pc:sldMkLst>
          <pc:docMk/>
          <pc:sldMk cId="349037968" sldId="271"/>
        </pc:sldMkLst>
      </pc:sldChg>
      <pc:sldChg chg="modTransition">
        <pc:chgData name="Laxman Bhattarai" userId="59fbe7c93122b454" providerId="LiveId" clId="{6C500F89-FA34-40D1-82E0-84CEFE900932}" dt="2026-10-22T01:19:00.799" v="552"/>
        <pc:sldMkLst>
          <pc:docMk/>
          <pc:sldMk cId="3873882043" sldId="272"/>
        </pc:sldMkLst>
      </pc:sldChg>
      <pc:sldChg chg="modTransition">
        <pc:chgData name="Laxman Bhattarai" userId="59fbe7c93122b454" providerId="LiveId" clId="{6C500F89-FA34-40D1-82E0-84CEFE900932}" dt="2026-10-22T01:19:06.344" v="554"/>
        <pc:sldMkLst>
          <pc:docMk/>
          <pc:sldMk cId="2841531925" sldId="273"/>
        </pc:sldMkLst>
      </pc:sldChg>
      <pc:sldChg chg="modTransition">
        <pc:chgData name="Laxman Bhattarai" userId="59fbe7c93122b454" providerId="LiveId" clId="{6C500F89-FA34-40D1-82E0-84CEFE900932}" dt="2026-10-22T01:19:16.748" v="558"/>
        <pc:sldMkLst>
          <pc:docMk/>
          <pc:sldMk cId="4101206892" sldId="274"/>
        </pc:sldMkLst>
      </pc:sldChg>
      <pc:sldChg chg="modTransition">
        <pc:chgData name="Laxman Bhattarai" userId="59fbe7c93122b454" providerId="LiveId" clId="{6C500F89-FA34-40D1-82E0-84CEFE900932}" dt="2026-10-22T01:19:20.177" v="559"/>
        <pc:sldMkLst>
          <pc:docMk/>
          <pc:sldMk cId="4011587940" sldId="275"/>
        </pc:sldMkLst>
      </pc:sldChg>
      <pc:sldChg chg="modSp mod modTransition">
        <pc:chgData name="Laxman Bhattarai" userId="59fbe7c93122b454" providerId="LiveId" clId="{6C500F89-FA34-40D1-82E0-84CEFE900932}" dt="2026-10-22T01:19:12.224" v="556"/>
        <pc:sldMkLst>
          <pc:docMk/>
          <pc:sldMk cId="4064393574" sldId="276"/>
        </pc:sldMkLst>
        <pc:spChg chg="mod">
          <ac:chgData name="Laxman Bhattarai" userId="59fbe7c93122b454" providerId="LiveId" clId="{6C500F89-FA34-40D1-82E0-84CEFE900932}" dt="2026-10-21T03:35:56.322" v="437" actId="20577"/>
          <ac:spMkLst>
            <pc:docMk/>
            <pc:sldMk cId="4064393574" sldId="276"/>
            <ac:spMk id="7" creationId="{6FB17A79-AD4F-4E25-2960-8229B86A035F}"/>
          </ac:spMkLst>
        </pc:spChg>
      </pc:sldChg>
      <pc:sldChg chg="new del ord">
        <pc:chgData name="Laxman Bhattarai" userId="59fbe7c93122b454" providerId="LiveId" clId="{6C500F89-FA34-40D1-82E0-84CEFE900932}" dt="2026-10-21T03:12:26.644" v="3" actId="2696"/>
        <pc:sldMkLst>
          <pc:docMk/>
          <pc:sldMk cId="2737023092" sldId="277"/>
        </pc:sldMkLst>
      </pc:sldChg>
      <pc:sldChg chg="addSp delSp modSp new mod modTransition">
        <pc:chgData name="Laxman Bhattarai" userId="59fbe7c93122b454" providerId="LiveId" clId="{6C500F89-FA34-40D1-82E0-84CEFE900932}" dt="2026-10-22T01:19:14.399" v="557"/>
        <pc:sldMkLst>
          <pc:docMk/>
          <pc:sldMk cId="3211512871" sldId="277"/>
        </pc:sldMkLst>
        <pc:spChg chg="add del mod">
          <ac:chgData name="Laxman Bhattarai" userId="59fbe7c93122b454" providerId="LiveId" clId="{6C500F89-FA34-40D1-82E0-84CEFE900932}" dt="2026-10-21T03:37:01.200" v="444" actId="21"/>
          <ac:spMkLst>
            <pc:docMk/>
            <pc:sldMk cId="3211512871" sldId="277"/>
            <ac:spMk id="2" creationId="{2EA7495A-48E8-5D18-BE39-74A78E21F468}"/>
          </ac:spMkLst>
        </pc:spChg>
        <pc:spChg chg="add">
          <ac:chgData name="Laxman Bhattarai" userId="59fbe7c93122b454" providerId="LiveId" clId="{6C500F89-FA34-40D1-82E0-84CEFE900932}" dt="2026-10-21T03:21:19.917" v="35" actId="22"/>
          <ac:spMkLst>
            <pc:docMk/>
            <pc:sldMk cId="3211512871" sldId="277"/>
            <ac:spMk id="4" creationId="{719142D4-64B2-BB08-2AC4-359BF623EB00}"/>
          </ac:spMkLst>
        </pc:spChg>
        <pc:spChg chg="add mod">
          <ac:chgData name="Laxman Bhattarai" userId="59fbe7c93122b454" providerId="LiveId" clId="{6C500F89-FA34-40D1-82E0-84CEFE900932}" dt="2026-10-21T03:21:50.534" v="85" actId="20577"/>
          <ac:spMkLst>
            <pc:docMk/>
            <pc:sldMk cId="3211512871" sldId="277"/>
            <ac:spMk id="6" creationId="{A17E88C9-F5DD-A207-A320-276395B0036F}"/>
          </ac:spMkLst>
        </pc:spChg>
        <pc:spChg chg="add">
          <ac:chgData name="Laxman Bhattarai" userId="59fbe7c93122b454" providerId="LiveId" clId="{6C500F89-FA34-40D1-82E0-84CEFE900932}" dt="2026-10-21T03:21:37.112" v="37" actId="22"/>
          <ac:spMkLst>
            <pc:docMk/>
            <pc:sldMk cId="3211512871" sldId="277"/>
            <ac:spMk id="8" creationId="{A07794BB-D0E5-AA76-DD87-3D31BB81C24B}"/>
          </ac:spMkLst>
        </pc:spChg>
        <pc:spChg chg="add del mod">
          <ac:chgData name="Laxman Bhattarai" userId="59fbe7c93122b454" providerId="LiveId" clId="{6C500F89-FA34-40D1-82E0-84CEFE900932}" dt="2026-10-21T03:37:12.503" v="445" actId="21"/>
          <ac:spMkLst>
            <pc:docMk/>
            <pc:sldMk cId="3211512871" sldId="277"/>
            <ac:spMk id="10" creationId="{172D0496-CE60-7A7A-0780-9DB785B07992}"/>
          </ac:spMkLst>
        </pc:spChg>
        <pc:spChg chg="add del mod">
          <ac:chgData name="Laxman Bhattarai" userId="59fbe7c93122b454" providerId="LiveId" clId="{6C500F89-FA34-40D1-82E0-84CEFE900932}" dt="2026-10-21T03:36:56.941" v="443" actId="21"/>
          <ac:spMkLst>
            <pc:docMk/>
            <pc:sldMk cId="3211512871" sldId="277"/>
            <ac:spMk id="12" creationId="{8C199562-8C6B-0FFA-0623-65ECC354D46E}"/>
          </ac:spMkLst>
        </pc:spChg>
        <pc:spChg chg="add del mod">
          <ac:chgData name="Laxman Bhattarai" userId="59fbe7c93122b454" providerId="LiveId" clId="{6C500F89-FA34-40D1-82E0-84CEFE900932}" dt="2026-10-21T03:38:21.375" v="453" actId="26606"/>
          <ac:spMkLst>
            <pc:docMk/>
            <pc:sldMk cId="3211512871" sldId="277"/>
            <ac:spMk id="13" creationId="{CC799E53-2091-D525-34D8-7EF0079963B6}"/>
          </ac:spMkLst>
        </pc:spChg>
        <pc:graphicFrameChg chg="add del">
          <ac:chgData name="Laxman Bhattarai" userId="59fbe7c93122b454" providerId="LiveId" clId="{6C500F89-FA34-40D1-82E0-84CEFE900932}" dt="2026-10-21T03:38:19.753" v="450" actId="26606"/>
          <ac:graphicFrameMkLst>
            <pc:docMk/>
            <pc:sldMk cId="3211512871" sldId="277"/>
            <ac:graphicFrameMk id="15" creationId="{988B45E2-7BCC-C403-C423-BB82E9409134}"/>
          </ac:graphicFrameMkLst>
        </pc:graphicFrameChg>
        <pc:graphicFrameChg chg="add del">
          <ac:chgData name="Laxman Bhattarai" userId="59fbe7c93122b454" providerId="LiveId" clId="{6C500F89-FA34-40D1-82E0-84CEFE900932}" dt="2026-10-21T03:38:21.332" v="452" actId="26606"/>
          <ac:graphicFrameMkLst>
            <pc:docMk/>
            <pc:sldMk cId="3211512871" sldId="277"/>
            <ac:graphicFrameMk id="17" creationId="{DE916011-0A5A-77E1-E15B-F09B0E2AA1AA}"/>
          </ac:graphicFrameMkLst>
        </pc:graphicFrameChg>
        <pc:graphicFrameChg chg="add mod modGraphic">
          <ac:chgData name="Laxman Bhattarai" userId="59fbe7c93122b454" providerId="LiveId" clId="{6C500F89-FA34-40D1-82E0-84CEFE900932}" dt="2026-10-21T03:43:34.184" v="545"/>
          <ac:graphicFrameMkLst>
            <pc:docMk/>
            <pc:sldMk cId="3211512871" sldId="277"/>
            <ac:graphicFrameMk id="19" creationId="{51E3D66E-6760-F5A4-8CDF-4D6DD64CE896}"/>
          </ac:graphicFrameMkLst>
        </pc:graphicFrameChg>
      </pc:sldChg>
      <pc:sldChg chg="new del ord">
        <pc:chgData name="Laxman Bhattarai" userId="59fbe7c93122b454" providerId="LiveId" clId="{6C500F89-FA34-40D1-82E0-84CEFE900932}" dt="2026-10-21T03:36:48.396" v="441" actId="2696"/>
        <pc:sldMkLst>
          <pc:docMk/>
          <pc:sldMk cId="3912818143" sldId="278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pstoneDesign-Fall2026-UlsanCollege/Team_4_Capstone_project/blob/main/docs/Week7/Evidence/theme-toggle.md" TargetMode="External"/><Relationship Id="rId13" Type="http://schemas.openxmlformats.org/officeDocument/2006/relationships/image" Target="../media/image15.svg"/><Relationship Id="rId3" Type="http://schemas.openxmlformats.org/officeDocument/2006/relationships/hyperlink" Target="https://github.com/Capstone-Design-Team-4/Team_4_Capstone_project/issues/53" TargetMode="External"/><Relationship Id="rId7" Type="http://schemas.openxmlformats.org/officeDocument/2006/relationships/hyperlink" Target="https://github.com/CapstoneDesign-Fall2026-UlsanCollege/Team_4_Capstone_project/commit/108d8b69181859d4c1ff2d6e049b26d353f9a094" TargetMode="External"/><Relationship Id="rId12" Type="http://schemas.openxmlformats.org/officeDocument/2006/relationships/image" Target="../media/image14.svg"/><Relationship Id="rId2" Type="http://schemas.openxmlformats.org/officeDocument/2006/relationships/hyperlink" Target="https://campusvibe-theta.vercel.app/" TargetMode="External"/><Relationship Id="rId1" Type="http://schemas.openxmlformats.org/officeDocument/2006/relationships/hyperlink" Target="https://github.com/Capstone-Design-Team-4/Team_4_Capstone_project" TargetMode="External"/><Relationship Id="rId6" Type="http://schemas.openxmlformats.org/officeDocument/2006/relationships/hyperlink" Target="https://github.com/CapstoneDesign-Fall2026-UlsanCollege/Team_4_Capstone_project/issues/35" TargetMode="External"/><Relationship Id="rId11" Type="http://schemas.openxmlformats.org/officeDocument/2006/relationships/image" Target="../media/image13.svg"/><Relationship Id="rId5" Type="http://schemas.openxmlformats.org/officeDocument/2006/relationships/hyperlink" Target="https://github.com/CapstoneDesign-Fall2026-UlsanCollege/Team_4_Capstone_project/issues/70" TargetMode="External"/><Relationship Id="rId15" Type="http://schemas.openxmlformats.org/officeDocument/2006/relationships/image" Target="../media/image17.svg"/><Relationship Id="rId10" Type="http://schemas.openxmlformats.org/officeDocument/2006/relationships/hyperlink" Target="https://github.com/CapstoneDesign-Fall2026-UlsanCollege/Team_4_Capstone_project/commits/main/" TargetMode="External"/><Relationship Id="rId4" Type="http://schemas.openxmlformats.org/officeDocument/2006/relationships/hyperlink" Target="https://github.com/CapstoneDesign-Fall2026-UlsanCollege/Team_4_Capstone_project/issues/64" TargetMode="External"/><Relationship Id="rId9" Type="http://schemas.openxmlformats.org/officeDocument/2006/relationships/hyperlink" Target="https://github.com/CapstoneDesign-Fall2026-UlsanCollege/Team_4_Capstone_project/issues/63" TargetMode="External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pstoneDesign-Fall2026-UlsanCollege/Team_4_Capstone_project/issues/70" TargetMode="External"/><Relationship Id="rId13" Type="http://schemas.openxmlformats.org/officeDocument/2006/relationships/image" Target="../media/image17.svg"/><Relationship Id="rId3" Type="http://schemas.openxmlformats.org/officeDocument/2006/relationships/image" Target="../media/image14.svg"/><Relationship Id="rId7" Type="http://schemas.openxmlformats.org/officeDocument/2006/relationships/hyperlink" Target="https://github.com/CapstoneDesign-Fall2026-UlsanCollege/Team_4_Capstone_project/issues/64" TargetMode="External"/><Relationship Id="rId12" Type="http://schemas.openxmlformats.org/officeDocument/2006/relationships/hyperlink" Target="https://github.com/CapstoneDesign-Fall2026-UlsanCollege/Team_4_Capstone_project/blob/main/docs/Week7/Evidence/theme-toggle.md" TargetMode="External"/><Relationship Id="rId2" Type="http://schemas.openxmlformats.org/officeDocument/2006/relationships/hyperlink" Target="https://github.com/Capstone-Design-Team-4/Team_4_Capstone_project" TargetMode="External"/><Relationship Id="rId1" Type="http://schemas.openxmlformats.org/officeDocument/2006/relationships/image" Target="../media/image13.svg"/><Relationship Id="rId6" Type="http://schemas.openxmlformats.org/officeDocument/2006/relationships/hyperlink" Target="https://github.com/Capstone-Design-Team-4/Team_4_Capstone_project/issues/53" TargetMode="External"/><Relationship Id="rId11" Type="http://schemas.openxmlformats.org/officeDocument/2006/relationships/hyperlink" Target="https://github.com/CapstoneDesign-Fall2026-UlsanCollege/Team_4_Capstone_project/commit/108d8b69181859d4c1ff2d6e049b26d353f9a094" TargetMode="External"/><Relationship Id="rId5" Type="http://schemas.openxmlformats.org/officeDocument/2006/relationships/image" Target="../media/image15.svg"/><Relationship Id="rId15" Type="http://schemas.openxmlformats.org/officeDocument/2006/relationships/hyperlink" Target="https://github.com/CapstoneDesign-Fall2026-UlsanCollege/Team_4_Capstone_project/commits/main/" TargetMode="External"/><Relationship Id="rId10" Type="http://schemas.openxmlformats.org/officeDocument/2006/relationships/image" Target="../media/image16.svg"/><Relationship Id="rId4" Type="http://schemas.openxmlformats.org/officeDocument/2006/relationships/hyperlink" Target="https://campusvibe-theta.vercel.app/" TargetMode="External"/><Relationship Id="rId9" Type="http://schemas.openxmlformats.org/officeDocument/2006/relationships/hyperlink" Target="https://github.com/CapstoneDesign-Fall2026-UlsanCollege/Team_4_Capstone_project/issues/35" TargetMode="External"/><Relationship Id="rId14" Type="http://schemas.openxmlformats.org/officeDocument/2006/relationships/hyperlink" Target="https://github.com/CapstoneDesign-Fall2026-UlsanCollege/Team_4_Capstone_project/issues/63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E3838F-6A4F-4176-B21C-F3FAEE381D7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4787D5-866F-4699-8A99-8CA904C3F1C1}">
      <dgm:prSet/>
      <dgm:spPr/>
      <dgm:t>
        <a:bodyPr/>
        <a:lstStyle/>
        <a:p>
          <a:r>
            <a:rPr lang="en-US" b="1" err="1"/>
            <a:t>Firestore</a:t>
          </a:r>
          <a:r>
            <a:rPr lang="en-US" b="1"/>
            <a:t> Event Loading: </a:t>
          </a:r>
          <a:r>
            <a:rPr lang="en-US"/>
            <a:t>Events currently use code-based sample data. </a:t>
          </a:r>
          <a:r>
            <a:rPr lang="en-US" err="1"/>
            <a:t>Firestore</a:t>
          </a:r>
          <a:r>
            <a:rPr lang="en-US"/>
            <a:t> event loading has not been verified.</a:t>
          </a:r>
        </a:p>
      </dgm:t>
    </dgm:pt>
    <dgm:pt modelId="{031BD459-13D2-4286-982C-099E60C0A254}" type="parTrans" cxnId="{7D19621C-8F11-491C-A024-5E8E1D189995}">
      <dgm:prSet/>
      <dgm:spPr/>
      <dgm:t>
        <a:bodyPr/>
        <a:lstStyle/>
        <a:p>
          <a:endParaRPr lang="en-US"/>
        </a:p>
      </dgm:t>
    </dgm:pt>
    <dgm:pt modelId="{F16E6EB3-3932-46ED-B965-F8D271C72EFA}" type="sibTrans" cxnId="{7D19621C-8F11-491C-A024-5E8E1D189995}">
      <dgm:prSet/>
      <dgm:spPr/>
      <dgm:t>
        <a:bodyPr/>
        <a:lstStyle/>
        <a:p>
          <a:endParaRPr lang="en-US"/>
        </a:p>
      </dgm:t>
    </dgm:pt>
    <dgm:pt modelId="{3C7955CD-FA2B-49DD-B4BF-B0E08AD317DB}">
      <dgm:prSet/>
      <dgm:spPr/>
      <dgm:t>
        <a:bodyPr/>
        <a:lstStyle/>
        <a:p>
          <a:r>
            <a:rPr lang="en-US" b="1"/>
            <a:t>Authentication: </a:t>
          </a:r>
          <a:r>
            <a:rPr lang="en-US"/>
            <a:t>Google sign-in and password-reset completion still require end-to-end verification.</a:t>
          </a:r>
        </a:p>
      </dgm:t>
    </dgm:pt>
    <dgm:pt modelId="{5799D542-3CF7-4F44-ADF9-97CE6C945319}" type="parTrans" cxnId="{9A051463-5064-4C04-A530-41C88E88A964}">
      <dgm:prSet/>
      <dgm:spPr/>
      <dgm:t>
        <a:bodyPr/>
        <a:lstStyle/>
        <a:p>
          <a:endParaRPr lang="en-US"/>
        </a:p>
      </dgm:t>
    </dgm:pt>
    <dgm:pt modelId="{4940D5A9-35B3-4E3C-8D9F-ACF6CDE7218B}" type="sibTrans" cxnId="{9A051463-5064-4C04-A530-41C88E88A964}">
      <dgm:prSet/>
      <dgm:spPr/>
      <dgm:t>
        <a:bodyPr/>
        <a:lstStyle/>
        <a:p>
          <a:endParaRPr lang="en-US"/>
        </a:p>
      </dgm:t>
    </dgm:pt>
    <dgm:pt modelId="{0E3350E9-F3E0-4C98-99E7-B1C40717D5FA}">
      <dgm:prSet/>
      <dgm:spPr/>
      <dgm:t>
        <a:bodyPr/>
        <a:lstStyle/>
        <a:p>
          <a:r>
            <a:rPr lang="en-US" b="1"/>
            <a:t>Push Notifications: </a:t>
          </a:r>
          <a:r>
            <a:rPr lang="en-US"/>
            <a:t>Browser and mobile push notifications are not implemented.</a:t>
          </a:r>
        </a:p>
      </dgm:t>
    </dgm:pt>
    <dgm:pt modelId="{9C1545C9-0852-4F22-9097-4042DB0AEC7A}" type="parTrans" cxnId="{D324C9E5-169B-4816-9132-D3688ECBF5BC}">
      <dgm:prSet/>
      <dgm:spPr/>
      <dgm:t>
        <a:bodyPr/>
        <a:lstStyle/>
        <a:p>
          <a:endParaRPr lang="en-US"/>
        </a:p>
      </dgm:t>
    </dgm:pt>
    <dgm:pt modelId="{E010E689-CF28-4122-9ADE-B192491D5A36}" type="sibTrans" cxnId="{D324C9E5-169B-4816-9132-D3688ECBF5BC}">
      <dgm:prSet/>
      <dgm:spPr/>
      <dgm:t>
        <a:bodyPr/>
        <a:lstStyle/>
        <a:p>
          <a:endParaRPr lang="en-US"/>
        </a:p>
      </dgm:t>
    </dgm:pt>
    <dgm:pt modelId="{B954BA35-8F79-45D4-BB50-098C7EF7B6E9}">
      <dgm:prSet/>
      <dgm:spPr/>
      <dgm:t>
        <a:bodyPr/>
        <a:lstStyle/>
        <a:p>
          <a:r>
            <a:rPr lang="en-US" b="1"/>
            <a:t>Assistant: </a:t>
          </a:r>
          <a:r>
            <a:rPr lang="en-US"/>
            <a:t>Uses a local answer engine and sample data, not a live AI service or live campus data.</a:t>
          </a:r>
        </a:p>
      </dgm:t>
    </dgm:pt>
    <dgm:pt modelId="{E2C1DB1A-060B-44E0-9FB3-618C9FBFE0C1}" type="parTrans" cxnId="{5F90E0A8-D6C5-4A69-998F-F0E7E96EA4F3}">
      <dgm:prSet/>
      <dgm:spPr/>
      <dgm:t>
        <a:bodyPr/>
        <a:lstStyle/>
        <a:p>
          <a:endParaRPr lang="en-US"/>
        </a:p>
      </dgm:t>
    </dgm:pt>
    <dgm:pt modelId="{EFCA6C51-A024-465C-883B-0697CCB93DD4}" type="sibTrans" cxnId="{5F90E0A8-D6C5-4A69-998F-F0E7E96EA4F3}">
      <dgm:prSet/>
      <dgm:spPr/>
      <dgm:t>
        <a:bodyPr/>
        <a:lstStyle/>
        <a:p>
          <a:endParaRPr lang="en-US"/>
        </a:p>
      </dgm:t>
    </dgm:pt>
    <dgm:pt modelId="{D8D796B7-8C07-4DFD-AAD4-79A4990EC9D9}">
      <dgm:prSet/>
      <dgm:spPr/>
      <dgm:t>
        <a:bodyPr/>
        <a:lstStyle/>
        <a:p>
          <a:r>
            <a:rPr lang="en-US" b="1"/>
            <a:t>Data Persistence and Social Features: </a:t>
          </a:r>
          <a:r>
            <a:rPr lang="en-US"/>
            <a:t>Some demo data is stored locally and may not sync across accounts or devices. Guest social interactions are not delivered to other students.</a:t>
          </a:r>
        </a:p>
      </dgm:t>
    </dgm:pt>
    <dgm:pt modelId="{A58239C3-9179-4E5F-B10F-E89B1FD9CDB0}" type="parTrans" cxnId="{61915AA6-952C-48E7-8F9A-3A8B42E8EFA8}">
      <dgm:prSet/>
      <dgm:spPr/>
      <dgm:t>
        <a:bodyPr/>
        <a:lstStyle/>
        <a:p>
          <a:endParaRPr lang="en-US"/>
        </a:p>
      </dgm:t>
    </dgm:pt>
    <dgm:pt modelId="{FB597E21-9F71-400E-B1B7-8489606DBDFB}" type="sibTrans" cxnId="{61915AA6-952C-48E7-8F9A-3A8B42E8EFA8}">
      <dgm:prSet/>
      <dgm:spPr/>
      <dgm:t>
        <a:bodyPr/>
        <a:lstStyle/>
        <a:p>
          <a:endParaRPr lang="en-US"/>
        </a:p>
      </dgm:t>
    </dgm:pt>
    <dgm:pt modelId="{425D4EAF-A05B-477E-8312-34F2AD103E8B}">
      <dgm:prSet/>
      <dgm:spPr/>
      <dgm:t>
        <a:bodyPr/>
        <a:lstStyle/>
        <a:p>
          <a:r>
            <a:rPr lang="en-US" b="1"/>
            <a:t>Other Features: </a:t>
          </a:r>
          <a:r>
            <a:rPr lang="en-US"/>
            <a:t>Feed photo attachments are disabled, approving suggestions does not automatically publish them to Discover, and ticket purchasing is outside the current midterm scope.</a:t>
          </a:r>
        </a:p>
      </dgm:t>
    </dgm:pt>
    <dgm:pt modelId="{4A3089E4-539C-444C-85D0-70E0F4E3C105}" type="parTrans" cxnId="{E08E2F51-2F14-41D4-81F9-14506C2F2C5D}">
      <dgm:prSet/>
      <dgm:spPr/>
      <dgm:t>
        <a:bodyPr/>
        <a:lstStyle/>
        <a:p>
          <a:endParaRPr lang="en-US"/>
        </a:p>
      </dgm:t>
    </dgm:pt>
    <dgm:pt modelId="{B6672792-3C96-4032-90B2-1FBDBB66032F}" type="sibTrans" cxnId="{E08E2F51-2F14-41D4-81F9-14506C2F2C5D}">
      <dgm:prSet/>
      <dgm:spPr/>
      <dgm:t>
        <a:bodyPr/>
        <a:lstStyle/>
        <a:p>
          <a:endParaRPr lang="en-US"/>
        </a:p>
      </dgm:t>
    </dgm:pt>
    <dgm:pt modelId="{85662B7C-E55B-4B6F-803F-6B97BAC0DE2E}" type="pres">
      <dgm:prSet presAssocID="{4AE3838F-6A4F-4176-B21C-F3FAEE381D72}" presName="vert0" presStyleCnt="0">
        <dgm:presLayoutVars>
          <dgm:dir/>
          <dgm:animOne val="branch"/>
          <dgm:animLvl val="lvl"/>
        </dgm:presLayoutVars>
      </dgm:prSet>
      <dgm:spPr/>
    </dgm:pt>
    <dgm:pt modelId="{6C297FD0-F447-410A-A567-FD913E4B691E}" type="pres">
      <dgm:prSet presAssocID="{B34787D5-866F-4699-8A99-8CA904C3F1C1}" presName="thickLine" presStyleLbl="alignNode1" presStyleIdx="0" presStyleCnt="6"/>
      <dgm:spPr/>
    </dgm:pt>
    <dgm:pt modelId="{404297A2-730D-480F-AE7E-C7CB431BBD30}" type="pres">
      <dgm:prSet presAssocID="{B34787D5-866F-4699-8A99-8CA904C3F1C1}" presName="horz1" presStyleCnt="0"/>
      <dgm:spPr/>
    </dgm:pt>
    <dgm:pt modelId="{6B3DFE4C-2CB7-47F4-B948-8C2F528EFC04}" type="pres">
      <dgm:prSet presAssocID="{B34787D5-866F-4699-8A99-8CA904C3F1C1}" presName="tx1" presStyleLbl="revTx" presStyleIdx="0" presStyleCnt="6"/>
      <dgm:spPr/>
    </dgm:pt>
    <dgm:pt modelId="{F29D0931-E7AF-4AC0-A915-3F4C31457AB6}" type="pres">
      <dgm:prSet presAssocID="{B34787D5-866F-4699-8A99-8CA904C3F1C1}" presName="vert1" presStyleCnt="0"/>
      <dgm:spPr/>
    </dgm:pt>
    <dgm:pt modelId="{10524E98-24E5-4428-BEA1-C4D8E974EB1C}" type="pres">
      <dgm:prSet presAssocID="{3C7955CD-FA2B-49DD-B4BF-B0E08AD317DB}" presName="thickLine" presStyleLbl="alignNode1" presStyleIdx="1" presStyleCnt="6"/>
      <dgm:spPr/>
    </dgm:pt>
    <dgm:pt modelId="{2A93E387-47B4-4F47-9B3F-56A50AE8B1A9}" type="pres">
      <dgm:prSet presAssocID="{3C7955CD-FA2B-49DD-B4BF-B0E08AD317DB}" presName="horz1" presStyleCnt="0"/>
      <dgm:spPr/>
    </dgm:pt>
    <dgm:pt modelId="{D5B683F7-402E-4B47-994F-5CBD0E993227}" type="pres">
      <dgm:prSet presAssocID="{3C7955CD-FA2B-49DD-B4BF-B0E08AD317DB}" presName="tx1" presStyleLbl="revTx" presStyleIdx="1" presStyleCnt="6"/>
      <dgm:spPr/>
    </dgm:pt>
    <dgm:pt modelId="{D734DAB3-FA8F-4FBD-A90F-709A546AB962}" type="pres">
      <dgm:prSet presAssocID="{3C7955CD-FA2B-49DD-B4BF-B0E08AD317DB}" presName="vert1" presStyleCnt="0"/>
      <dgm:spPr/>
    </dgm:pt>
    <dgm:pt modelId="{B522D18C-00E9-46C5-87BF-BF571DCDEF83}" type="pres">
      <dgm:prSet presAssocID="{0E3350E9-F3E0-4C98-99E7-B1C40717D5FA}" presName="thickLine" presStyleLbl="alignNode1" presStyleIdx="2" presStyleCnt="6"/>
      <dgm:spPr/>
    </dgm:pt>
    <dgm:pt modelId="{4E348C3B-39CF-4B94-BA4F-237EE0715F5F}" type="pres">
      <dgm:prSet presAssocID="{0E3350E9-F3E0-4C98-99E7-B1C40717D5FA}" presName="horz1" presStyleCnt="0"/>
      <dgm:spPr/>
    </dgm:pt>
    <dgm:pt modelId="{82CBF5AB-6133-482A-B9AD-8A096F1345AE}" type="pres">
      <dgm:prSet presAssocID="{0E3350E9-F3E0-4C98-99E7-B1C40717D5FA}" presName="tx1" presStyleLbl="revTx" presStyleIdx="2" presStyleCnt="6"/>
      <dgm:spPr/>
    </dgm:pt>
    <dgm:pt modelId="{0E1E1094-8D0C-40EF-8898-ADBE1EDC1EE4}" type="pres">
      <dgm:prSet presAssocID="{0E3350E9-F3E0-4C98-99E7-B1C40717D5FA}" presName="vert1" presStyleCnt="0"/>
      <dgm:spPr/>
    </dgm:pt>
    <dgm:pt modelId="{580001A3-3ACE-4E8C-A857-0F47C1AB2898}" type="pres">
      <dgm:prSet presAssocID="{B954BA35-8F79-45D4-BB50-098C7EF7B6E9}" presName="thickLine" presStyleLbl="alignNode1" presStyleIdx="3" presStyleCnt="6"/>
      <dgm:spPr/>
    </dgm:pt>
    <dgm:pt modelId="{35A01A17-7411-4D63-B6D7-D44E3E75A6EE}" type="pres">
      <dgm:prSet presAssocID="{B954BA35-8F79-45D4-BB50-098C7EF7B6E9}" presName="horz1" presStyleCnt="0"/>
      <dgm:spPr/>
    </dgm:pt>
    <dgm:pt modelId="{11374EBE-82FB-4D77-B07A-6BB868C939E1}" type="pres">
      <dgm:prSet presAssocID="{B954BA35-8F79-45D4-BB50-098C7EF7B6E9}" presName="tx1" presStyleLbl="revTx" presStyleIdx="3" presStyleCnt="6"/>
      <dgm:spPr/>
    </dgm:pt>
    <dgm:pt modelId="{AB0BE525-03D0-4B35-9E89-C3396741A504}" type="pres">
      <dgm:prSet presAssocID="{B954BA35-8F79-45D4-BB50-098C7EF7B6E9}" presName="vert1" presStyleCnt="0"/>
      <dgm:spPr/>
    </dgm:pt>
    <dgm:pt modelId="{A0C2AF13-C326-4F75-A049-B2482C389E69}" type="pres">
      <dgm:prSet presAssocID="{D8D796B7-8C07-4DFD-AAD4-79A4990EC9D9}" presName="thickLine" presStyleLbl="alignNode1" presStyleIdx="4" presStyleCnt="6"/>
      <dgm:spPr/>
    </dgm:pt>
    <dgm:pt modelId="{B8B93459-3332-465A-BDAA-C2197B49D70F}" type="pres">
      <dgm:prSet presAssocID="{D8D796B7-8C07-4DFD-AAD4-79A4990EC9D9}" presName="horz1" presStyleCnt="0"/>
      <dgm:spPr/>
    </dgm:pt>
    <dgm:pt modelId="{1769D913-E404-49E3-A5B4-BB78C5523B9F}" type="pres">
      <dgm:prSet presAssocID="{D8D796B7-8C07-4DFD-AAD4-79A4990EC9D9}" presName="tx1" presStyleLbl="revTx" presStyleIdx="4" presStyleCnt="6"/>
      <dgm:spPr/>
    </dgm:pt>
    <dgm:pt modelId="{3BEFA482-E0AA-4907-AF1E-4BF711F01151}" type="pres">
      <dgm:prSet presAssocID="{D8D796B7-8C07-4DFD-AAD4-79A4990EC9D9}" presName="vert1" presStyleCnt="0"/>
      <dgm:spPr/>
    </dgm:pt>
    <dgm:pt modelId="{70DFA29E-1E9B-4DA4-ADD9-CFA10BFBFB5C}" type="pres">
      <dgm:prSet presAssocID="{425D4EAF-A05B-477E-8312-34F2AD103E8B}" presName="thickLine" presStyleLbl="alignNode1" presStyleIdx="5" presStyleCnt="6"/>
      <dgm:spPr/>
    </dgm:pt>
    <dgm:pt modelId="{903FB57D-66B0-41E9-B65B-97458A358C22}" type="pres">
      <dgm:prSet presAssocID="{425D4EAF-A05B-477E-8312-34F2AD103E8B}" presName="horz1" presStyleCnt="0"/>
      <dgm:spPr/>
    </dgm:pt>
    <dgm:pt modelId="{CFE14BF7-3A57-4DAE-B2DE-E499C96A271D}" type="pres">
      <dgm:prSet presAssocID="{425D4EAF-A05B-477E-8312-34F2AD103E8B}" presName="tx1" presStyleLbl="revTx" presStyleIdx="5" presStyleCnt="6"/>
      <dgm:spPr/>
    </dgm:pt>
    <dgm:pt modelId="{5C4E12B2-38B5-4074-AFDD-9B422E4E49A4}" type="pres">
      <dgm:prSet presAssocID="{425D4EAF-A05B-477E-8312-34F2AD103E8B}" presName="vert1" presStyleCnt="0"/>
      <dgm:spPr/>
    </dgm:pt>
  </dgm:ptLst>
  <dgm:cxnLst>
    <dgm:cxn modelId="{7D19621C-8F11-491C-A024-5E8E1D189995}" srcId="{4AE3838F-6A4F-4176-B21C-F3FAEE381D72}" destId="{B34787D5-866F-4699-8A99-8CA904C3F1C1}" srcOrd="0" destOrd="0" parTransId="{031BD459-13D2-4286-982C-099E60C0A254}" sibTransId="{F16E6EB3-3932-46ED-B965-F8D271C72EFA}"/>
    <dgm:cxn modelId="{A5B7282D-EDF1-4F4D-B22C-397D39C47063}" type="presOf" srcId="{4AE3838F-6A4F-4176-B21C-F3FAEE381D72}" destId="{85662B7C-E55B-4B6F-803F-6B97BAC0DE2E}" srcOrd="0" destOrd="0" presId="urn:microsoft.com/office/officeart/2008/layout/LinedList"/>
    <dgm:cxn modelId="{B4EEBA38-C333-44CC-A7F3-A6139EC006C3}" type="presOf" srcId="{425D4EAF-A05B-477E-8312-34F2AD103E8B}" destId="{CFE14BF7-3A57-4DAE-B2DE-E499C96A271D}" srcOrd="0" destOrd="0" presId="urn:microsoft.com/office/officeart/2008/layout/LinedList"/>
    <dgm:cxn modelId="{9A051463-5064-4C04-A530-41C88E88A964}" srcId="{4AE3838F-6A4F-4176-B21C-F3FAEE381D72}" destId="{3C7955CD-FA2B-49DD-B4BF-B0E08AD317DB}" srcOrd="1" destOrd="0" parTransId="{5799D542-3CF7-4F44-ADF9-97CE6C945319}" sibTransId="{4940D5A9-35B3-4E3C-8D9F-ACF6CDE7218B}"/>
    <dgm:cxn modelId="{E08E2F51-2F14-41D4-81F9-14506C2F2C5D}" srcId="{4AE3838F-6A4F-4176-B21C-F3FAEE381D72}" destId="{425D4EAF-A05B-477E-8312-34F2AD103E8B}" srcOrd="5" destOrd="0" parTransId="{4A3089E4-539C-444C-85D0-70E0F4E3C105}" sibTransId="{B6672792-3C96-4032-90B2-1FBDBB66032F}"/>
    <dgm:cxn modelId="{3E968C58-5D28-4895-97AE-001FF30F3C21}" type="presOf" srcId="{D8D796B7-8C07-4DFD-AAD4-79A4990EC9D9}" destId="{1769D913-E404-49E3-A5B4-BB78C5523B9F}" srcOrd="0" destOrd="0" presId="urn:microsoft.com/office/officeart/2008/layout/LinedList"/>
    <dgm:cxn modelId="{0F83C580-558C-46C6-8C98-B42C04C93CDD}" type="presOf" srcId="{B954BA35-8F79-45D4-BB50-098C7EF7B6E9}" destId="{11374EBE-82FB-4D77-B07A-6BB868C939E1}" srcOrd="0" destOrd="0" presId="urn:microsoft.com/office/officeart/2008/layout/LinedList"/>
    <dgm:cxn modelId="{215939A2-07C7-465B-9521-A6215A86A895}" type="presOf" srcId="{B34787D5-866F-4699-8A99-8CA904C3F1C1}" destId="{6B3DFE4C-2CB7-47F4-B948-8C2F528EFC04}" srcOrd="0" destOrd="0" presId="urn:microsoft.com/office/officeart/2008/layout/LinedList"/>
    <dgm:cxn modelId="{61915AA6-952C-48E7-8F9A-3A8B42E8EFA8}" srcId="{4AE3838F-6A4F-4176-B21C-F3FAEE381D72}" destId="{D8D796B7-8C07-4DFD-AAD4-79A4990EC9D9}" srcOrd="4" destOrd="0" parTransId="{A58239C3-9179-4E5F-B10F-E89B1FD9CDB0}" sibTransId="{FB597E21-9F71-400E-B1B7-8489606DBDFB}"/>
    <dgm:cxn modelId="{5F90E0A8-D6C5-4A69-998F-F0E7E96EA4F3}" srcId="{4AE3838F-6A4F-4176-B21C-F3FAEE381D72}" destId="{B954BA35-8F79-45D4-BB50-098C7EF7B6E9}" srcOrd="3" destOrd="0" parTransId="{E2C1DB1A-060B-44E0-9FB3-618C9FBFE0C1}" sibTransId="{EFCA6C51-A024-465C-883B-0697CCB93DD4}"/>
    <dgm:cxn modelId="{4384AAD5-5EEE-4308-98AB-8BDA7A8F5D2E}" type="presOf" srcId="{0E3350E9-F3E0-4C98-99E7-B1C40717D5FA}" destId="{82CBF5AB-6133-482A-B9AD-8A096F1345AE}" srcOrd="0" destOrd="0" presId="urn:microsoft.com/office/officeart/2008/layout/LinedList"/>
    <dgm:cxn modelId="{D324C9E5-169B-4816-9132-D3688ECBF5BC}" srcId="{4AE3838F-6A4F-4176-B21C-F3FAEE381D72}" destId="{0E3350E9-F3E0-4C98-99E7-B1C40717D5FA}" srcOrd="2" destOrd="0" parTransId="{9C1545C9-0852-4F22-9097-4042DB0AEC7A}" sibTransId="{E010E689-CF28-4122-9ADE-B192491D5A36}"/>
    <dgm:cxn modelId="{031C8CFA-1FB2-4A7B-8D95-59B25A156162}" type="presOf" srcId="{3C7955CD-FA2B-49DD-B4BF-B0E08AD317DB}" destId="{D5B683F7-402E-4B47-994F-5CBD0E993227}" srcOrd="0" destOrd="0" presId="urn:microsoft.com/office/officeart/2008/layout/LinedList"/>
    <dgm:cxn modelId="{78CE2BBF-DF3B-4F36-AF0A-3E36D498406C}" type="presParOf" srcId="{85662B7C-E55B-4B6F-803F-6B97BAC0DE2E}" destId="{6C297FD0-F447-410A-A567-FD913E4B691E}" srcOrd="0" destOrd="0" presId="urn:microsoft.com/office/officeart/2008/layout/LinedList"/>
    <dgm:cxn modelId="{97C515E7-3696-4F88-BC93-9F2349A7ABB6}" type="presParOf" srcId="{85662B7C-E55B-4B6F-803F-6B97BAC0DE2E}" destId="{404297A2-730D-480F-AE7E-C7CB431BBD30}" srcOrd="1" destOrd="0" presId="urn:microsoft.com/office/officeart/2008/layout/LinedList"/>
    <dgm:cxn modelId="{33E40112-2211-4922-BBB1-CDF39C4349E3}" type="presParOf" srcId="{404297A2-730D-480F-AE7E-C7CB431BBD30}" destId="{6B3DFE4C-2CB7-47F4-B948-8C2F528EFC04}" srcOrd="0" destOrd="0" presId="urn:microsoft.com/office/officeart/2008/layout/LinedList"/>
    <dgm:cxn modelId="{E739D3FE-CC59-476A-A49E-997E7231FC08}" type="presParOf" srcId="{404297A2-730D-480F-AE7E-C7CB431BBD30}" destId="{F29D0931-E7AF-4AC0-A915-3F4C31457AB6}" srcOrd="1" destOrd="0" presId="urn:microsoft.com/office/officeart/2008/layout/LinedList"/>
    <dgm:cxn modelId="{58002EED-D069-4ACD-9076-8329DA0C5551}" type="presParOf" srcId="{85662B7C-E55B-4B6F-803F-6B97BAC0DE2E}" destId="{10524E98-24E5-4428-BEA1-C4D8E974EB1C}" srcOrd="2" destOrd="0" presId="urn:microsoft.com/office/officeart/2008/layout/LinedList"/>
    <dgm:cxn modelId="{A5CFAFB1-DDA7-4CEC-9CFD-09504E714FB5}" type="presParOf" srcId="{85662B7C-E55B-4B6F-803F-6B97BAC0DE2E}" destId="{2A93E387-47B4-4F47-9B3F-56A50AE8B1A9}" srcOrd="3" destOrd="0" presId="urn:microsoft.com/office/officeart/2008/layout/LinedList"/>
    <dgm:cxn modelId="{4B1A9154-EAAE-466E-AF6E-25AFE63B10A7}" type="presParOf" srcId="{2A93E387-47B4-4F47-9B3F-56A50AE8B1A9}" destId="{D5B683F7-402E-4B47-994F-5CBD0E993227}" srcOrd="0" destOrd="0" presId="urn:microsoft.com/office/officeart/2008/layout/LinedList"/>
    <dgm:cxn modelId="{8A863B1C-CC11-4B7D-9AB8-51201A6444DE}" type="presParOf" srcId="{2A93E387-47B4-4F47-9B3F-56A50AE8B1A9}" destId="{D734DAB3-FA8F-4FBD-A90F-709A546AB962}" srcOrd="1" destOrd="0" presId="urn:microsoft.com/office/officeart/2008/layout/LinedList"/>
    <dgm:cxn modelId="{C4E535FF-C9F4-484F-B624-4D71898F09E7}" type="presParOf" srcId="{85662B7C-E55B-4B6F-803F-6B97BAC0DE2E}" destId="{B522D18C-00E9-46C5-87BF-BF571DCDEF83}" srcOrd="4" destOrd="0" presId="urn:microsoft.com/office/officeart/2008/layout/LinedList"/>
    <dgm:cxn modelId="{7EC9EA62-3AF5-40B6-9C96-FC6005B6314E}" type="presParOf" srcId="{85662B7C-E55B-4B6F-803F-6B97BAC0DE2E}" destId="{4E348C3B-39CF-4B94-BA4F-237EE0715F5F}" srcOrd="5" destOrd="0" presId="urn:microsoft.com/office/officeart/2008/layout/LinedList"/>
    <dgm:cxn modelId="{A5ACAE13-C347-4A80-8EA2-C6D4C1C79C31}" type="presParOf" srcId="{4E348C3B-39CF-4B94-BA4F-237EE0715F5F}" destId="{82CBF5AB-6133-482A-B9AD-8A096F1345AE}" srcOrd="0" destOrd="0" presId="urn:microsoft.com/office/officeart/2008/layout/LinedList"/>
    <dgm:cxn modelId="{C2800451-FD2F-4D5A-A438-CCE841A9D176}" type="presParOf" srcId="{4E348C3B-39CF-4B94-BA4F-237EE0715F5F}" destId="{0E1E1094-8D0C-40EF-8898-ADBE1EDC1EE4}" srcOrd="1" destOrd="0" presId="urn:microsoft.com/office/officeart/2008/layout/LinedList"/>
    <dgm:cxn modelId="{18C6C669-42EF-4903-B9F4-D0FCEC44C641}" type="presParOf" srcId="{85662B7C-E55B-4B6F-803F-6B97BAC0DE2E}" destId="{580001A3-3ACE-4E8C-A857-0F47C1AB2898}" srcOrd="6" destOrd="0" presId="urn:microsoft.com/office/officeart/2008/layout/LinedList"/>
    <dgm:cxn modelId="{788AB291-A4D5-4C26-AF55-4D921F6832C7}" type="presParOf" srcId="{85662B7C-E55B-4B6F-803F-6B97BAC0DE2E}" destId="{35A01A17-7411-4D63-B6D7-D44E3E75A6EE}" srcOrd="7" destOrd="0" presId="urn:microsoft.com/office/officeart/2008/layout/LinedList"/>
    <dgm:cxn modelId="{8F082BB4-76E7-407B-AA69-06E39E68102A}" type="presParOf" srcId="{35A01A17-7411-4D63-B6D7-D44E3E75A6EE}" destId="{11374EBE-82FB-4D77-B07A-6BB868C939E1}" srcOrd="0" destOrd="0" presId="urn:microsoft.com/office/officeart/2008/layout/LinedList"/>
    <dgm:cxn modelId="{C50C443E-1A3C-4689-8901-CB2018BCE155}" type="presParOf" srcId="{35A01A17-7411-4D63-B6D7-D44E3E75A6EE}" destId="{AB0BE525-03D0-4B35-9E89-C3396741A504}" srcOrd="1" destOrd="0" presId="urn:microsoft.com/office/officeart/2008/layout/LinedList"/>
    <dgm:cxn modelId="{A007985F-B18A-4974-8E4C-D514E467A3DB}" type="presParOf" srcId="{85662B7C-E55B-4B6F-803F-6B97BAC0DE2E}" destId="{A0C2AF13-C326-4F75-A049-B2482C389E69}" srcOrd="8" destOrd="0" presId="urn:microsoft.com/office/officeart/2008/layout/LinedList"/>
    <dgm:cxn modelId="{EDD4E815-C80A-4229-B421-93DDAD28264E}" type="presParOf" srcId="{85662B7C-E55B-4B6F-803F-6B97BAC0DE2E}" destId="{B8B93459-3332-465A-BDAA-C2197B49D70F}" srcOrd="9" destOrd="0" presId="urn:microsoft.com/office/officeart/2008/layout/LinedList"/>
    <dgm:cxn modelId="{DDA00FB9-2FA7-43A8-8558-6AC6CDF9B3CF}" type="presParOf" srcId="{B8B93459-3332-465A-BDAA-C2197B49D70F}" destId="{1769D913-E404-49E3-A5B4-BB78C5523B9F}" srcOrd="0" destOrd="0" presId="urn:microsoft.com/office/officeart/2008/layout/LinedList"/>
    <dgm:cxn modelId="{D3E3F9BB-BFFD-45D8-BAA7-4822E24F9AED}" type="presParOf" srcId="{B8B93459-3332-465A-BDAA-C2197B49D70F}" destId="{3BEFA482-E0AA-4907-AF1E-4BF711F01151}" srcOrd="1" destOrd="0" presId="urn:microsoft.com/office/officeart/2008/layout/LinedList"/>
    <dgm:cxn modelId="{53208B71-4292-4866-A734-AD0D7CE87B19}" type="presParOf" srcId="{85662B7C-E55B-4B6F-803F-6B97BAC0DE2E}" destId="{70DFA29E-1E9B-4DA4-ADD9-CFA10BFBFB5C}" srcOrd="10" destOrd="0" presId="urn:microsoft.com/office/officeart/2008/layout/LinedList"/>
    <dgm:cxn modelId="{537B0E6C-997D-442D-9C4F-14A58CB91BE3}" type="presParOf" srcId="{85662B7C-E55B-4B6F-803F-6B97BAC0DE2E}" destId="{903FB57D-66B0-41E9-B65B-97458A358C22}" srcOrd="11" destOrd="0" presId="urn:microsoft.com/office/officeart/2008/layout/LinedList"/>
    <dgm:cxn modelId="{64B315FD-B8C0-4346-B793-8E6E2EE8E3D8}" type="presParOf" srcId="{903FB57D-66B0-41E9-B65B-97458A358C22}" destId="{CFE14BF7-3A57-4DAE-B2DE-E499C96A271D}" srcOrd="0" destOrd="0" presId="urn:microsoft.com/office/officeart/2008/layout/LinedList"/>
    <dgm:cxn modelId="{A5FEA952-6AC8-4EA2-85DC-2B8193234EF7}" type="presParOf" srcId="{903FB57D-66B0-41E9-B65B-97458A358C22}" destId="{5C4E12B2-38B5-4074-AFDD-9B422E4E49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3B47EA-81C7-40AE-A633-11C2B90925D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5A8EEA-FAB0-44AF-B087-621A1EB137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Repository</a:t>
          </a:r>
          <a:br>
            <a:rPr lang="en-US"/>
          </a:br>
          <a:r>
            <a:rPr lang="en-US" err="1">
              <a:hlinkClick xmlns:r="http://schemas.openxmlformats.org/officeDocument/2006/relationships" r:id="rId1"/>
            </a:rPr>
            <a:t>CampusVibes</a:t>
          </a:r>
          <a:r>
            <a:rPr lang="en-US">
              <a:hlinkClick xmlns:r="http://schemas.openxmlformats.org/officeDocument/2006/relationships" r:id="rId1"/>
            </a:rPr>
            <a:t> Team 4 Repository</a:t>
          </a:r>
          <a:endParaRPr lang="en-US"/>
        </a:p>
      </dgm:t>
    </dgm:pt>
    <dgm:pt modelId="{410F7067-3CB4-478E-99EE-B5E6596F7576}" type="parTrans" cxnId="{D466DDDE-F843-40E1-9C61-335D22F2594D}">
      <dgm:prSet/>
      <dgm:spPr/>
      <dgm:t>
        <a:bodyPr/>
        <a:lstStyle/>
        <a:p>
          <a:endParaRPr lang="en-US"/>
        </a:p>
      </dgm:t>
    </dgm:pt>
    <dgm:pt modelId="{89B862D9-F8AA-4E91-A827-07D3F05D5BF2}" type="sibTrans" cxnId="{D466DDDE-F843-40E1-9C61-335D22F259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D45E9D-2E6C-49E3-BF0A-A7DD32B00F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Deployment</a:t>
          </a:r>
          <a:br>
            <a:rPr lang="en-US"/>
          </a:br>
          <a:r>
            <a:rPr lang="en-US">
              <a:hlinkClick xmlns:r="http://schemas.openxmlformats.org/officeDocument/2006/relationships" r:id="rId2"/>
            </a:rPr>
            <a:t>Open CampusVibes Website</a:t>
          </a:r>
          <a:endParaRPr lang="en-US"/>
        </a:p>
      </dgm:t>
    </dgm:pt>
    <dgm:pt modelId="{FE83F61A-C5BA-4AA4-BA7F-E5F76AE004A6}" type="parTrans" cxnId="{8D5BCFF0-B6FC-4BCE-A28E-2156B5288709}">
      <dgm:prSet/>
      <dgm:spPr/>
      <dgm:t>
        <a:bodyPr/>
        <a:lstStyle/>
        <a:p>
          <a:endParaRPr lang="en-US"/>
        </a:p>
      </dgm:t>
    </dgm:pt>
    <dgm:pt modelId="{8154F5E3-53DF-441B-94BA-42B28EDF1406}" type="sibTrans" cxnId="{8D5BCFF0-B6FC-4BCE-A28E-2156B52887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CB5D8C3-97F5-498A-AE08-A2E53C8DC3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Testing Issues :</a:t>
          </a:r>
          <a:r>
            <a:rPr lang="en-US">
              <a:hlinkClick xmlns:r="http://schemas.openxmlformats.org/officeDocument/2006/relationships" r:id="rId3"/>
            </a:rPr>
            <a:t>Issue #53 — Independent Deployed-Demo Rehearsal</a:t>
          </a:r>
          <a:r>
            <a:rPr lang="en-US">
              <a:hlinkClick xmlns:r="http://schemas.openxmlformats.org/officeDocument/2006/relationships" r:id="rId4"/>
            </a:rPr>
            <a:t>Issue #64 — Events → Event Details Retest</a:t>
          </a:r>
          <a:r>
            <a:rPr lang="en-US">
              <a:hlinkClick xmlns:r="http://schemas.openxmlformats.org/officeDocument/2006/relationships" r:id="rId5"/>
            </a:rPr>
            <a:t>Issue #70 — Empty-Search / No-Events Test</a:t>
          </a:r>
          <a:r>
            <a:rPr lang="en-US">
              <a:hlinkClick xmlns:r="http://schemas.openxmlformats.org/officeDocument/2006/relationships" r:id="rId6"/>
            </a:rPr>
            <a:t>Issue #35 — Firestore Limitation</a:t>
          </a:r>
          <a:endParaRPr lang="en-US"/>
        </a:p>
      </dgm:t>
    </dgm:pt>
    <dgm:pt modelId="{93F416FB-3FF4-4EAB-98CA-FC85D3ED6B67}" type="parTrans" cxnId="{7D23E205-445F-4F95-BC8E-1C1AEDFD3BF1}">
      <dgm:prSet/>
      <dgm:spPr/>
      <dgm:t>
        <a:bodyPr/>
        <a:lstStyle/>
        <a:p>
          <a:endParaRPr lang="en-US"/>
        </a:p>
      </dgm:t>
    </dgm:pt>
    <dgm:pt modelId="{404B7B84-B26D-49C7-B023-8F9A7B006142}" type="sibTrans" cxnId="{7D23E205-445F-4F95-BC8E-1C1AEDFD3B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D71D7D-285C-4200-B883-7E61078D0D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Theme Toggle</a:t>
          </a:r>
        </a:p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7"/>
            </a:rPr>
            <a:t>Theme Toggle Code Commit</a:t>
          </a:r>
          <a:r>
            <a:rPr lang="en-US"/>
            <a:t> and </a:t>
          </a:r>
          <a:r>
            <a:rPr lang="en-US">
              <a:hlinkClick xmlns:r="http://schemas.openxmlformats.org/officeDocument/2006/relationships" r:id="rId8"/>
            </a:rPr>
            <a:t>Evidence</a:t>
          </a:r>
          <a:endParaRPr lang="en-US"/>
        </a:p>
      </dgm:t>
    </dgm:pt>
    <dgm:pt modelId="{CC8381EA-4726-4035-98C5-DDA1E8903C9D}" type="parTrans" cxnId="{984AC1EC-6091-408F-A5D2-263E70181F32}">
      <dgm:prSet/>
      <dgm:spPr/>
      <dgm:t>
        <a:bodyPr/>
        <a:lstStyle/>
        <a:p>
          <a:endParaRPr lang="en-US"/>
        </a:p>
      </dgm:t>
    </dgm:pt>
    <dgm:pt modelId="{0D5A57C1-1FAF-4CD9-AB58-02367C849688}" type="sibTrans" cxnId="{984AC1EC-6091-408F-A5D2-263E70181F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13CF02-EA1F-4C97-9D5E-999E720558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Additional Evidence</a:t>
          </a:r>
        </a:p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9"/>
            </a:rPr>
            <a:t>Issue #63 — Retest Evidence / Follow-up</a:t>
          </a:r>
          <a:endParaRPr lang="en-US"/>
        </a:p>
        <a:p>
          <a:pPr>
            <a:lnSpc>
              <a:spcPct val="100000"/>
            </a:lnSpc>
          </a:pPr>
          <a:r>
            <a:rPr lang="en-US">
              <a:hlinkClick xmlns:r="http://schemas.openxmlformats.org/officeDocument/2006/relationships" r:id="rId10"/>
            </a:rPr>
            <a:t>View Repository Commits</a:t>
          </a:r>
          <a:endParaRPr lang="en-US"/>
        </a:p>
        <a:p>
          <a:pPr>
            <a:lnSpc>
              <a:spcPct val="100000"/>
            </a:lnSpc>
          </a:pPr>
          <a:endParaRPr lang="en-US"/>
        </a:p>
      </dgm:t>
    </dgm:pt>
    <dgm:pt modelId="{B4F5C08D-5951-4910-86D7-2C6F8BEE72AD}" type="sibTrans" cxnId="{95750F6F-A2FA-492A-AF41-AEFA87CBB4DF}">
      <dgm:prSet/>
      <dgm:spPr/>
      <dgm:t>
        <a:bodyPr/>
        <a:lstStyle/>
        <a:p>
          <a:endParaRPr lang="en-US"/>
        </a:p>
      </dgm:t>
    </dgm:pt>
    <dgm:pt modelId="{55693CEE-C10A-4992-89D5-6B7F832CFA8D}" type="parTrans" cxnId="{95750F6F-A2FA-492A-AF41-AEFA87CBB4DF}">
      <dgm:prSet/>
      <dgm:spPr/>
      <dgm:t>
        <a:bodyPr/>
        <a:lstStyle/>
        <a:p>
          <a:endParaRPr lang="en-US"/>
        </a:p>
      </dgm:t>
    </dgm:pt>
    <dgm:pt modelId="{46F88256-3FCA-4B32-A73C-B9F4E2014F75}" type="pres">
      <dgm:prSet presAssocID="{B53B47EA-81C7-40AE-A633-11C2B90925D1}" presName="root" presStyleCnt="0">
        <dgm:presLayoutVars>
          <dgm:dir/>
          <dgm:resizeHandles val="exact"/>
        </dgm:presLayoutVars>
      </dgm:prSet>
      <dgm:spPr/>
    </dgm:pt>
    <dgm:pt modelId="{FA75FB1C-839F-46CC-A825-9B3ED50661A8}" type="pres">
      <dgm:prSet presAssocID="{B53B47EA-81C7-40AE-A633-11C2B90925D1}" presName="container" presStyleCnt="0">
        <dgm:presLayoutVars>
          <dgm:dir/>
          <dgm:resizeHandles val="exact"/>
        </dgm:presLayoutVars>
      </dgm:prSet>
      <dgm:spPr/>
    </dgm:pt>
    <dgm:pt modelId="{C643095E-AF26-4472-B31C-6BB377C53BB1}" type="pres">
      <dgm:prSet presAssocID="{4C5A8EEA-FAB0-44AF-B087-621A1EB1371E}" presName="compNode" presStyleCnt="0"/>
      <dgm:spPr/>
    </dgm:pt>
    <dgm:pt modelId="{01EF314A-191C-4E10-A3B4-67B150BD1BD7}" type="pres">
      <dgm:prSet presAssocID="{4C5A8EEA-FAB0-44AF-B087-621A1EB1371E}" presName="iconBgRect" presStyleLbl="bgShp" presStyleIdx="0" presStyleCnt="5"/>
      <dgm:spPr/>
    </dgm:pt>
    <dgm:pt modelId="{062F61EA-E941-466D-BFC5-2ED1289E636B}" type="pres">
      <dgm:prSet presAssocID="{4C5A8EEA-FAB0-44AF-B087-621A1EB1371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41C974-3789-446F-9C67-88796F744972}" type="pres">
      <dgm:prSet presAssocID="{4C5A8EEA-FAB0-44AF-B087-621A1EB1371E}" presName="spaceRect" presStyleCnt="0"/>
      <dgm:spPr/>
    </dgm:pt>
    <dgm:pt modelId="{57FBCB7A-A3F2-409E-AE6D-932BA60A1A75}" type="pres">
      <dgm:prSet presAssocID="{4C5A8EEA-FAB0-44AF-B087-621A1EB1371E}" presName="textRect" presStyleLbl="revTx" presStyleIdx="0" presStyleCnt="5">
        <dgm:presLayoutVars>
          <dgm:chMax val="1"/>
          <dgm:chPref val="1"/>
        </dgm:presLayoutVars>
      </dgm:prSet>
      <dgm:spPr/>
    </dgm:pt>
    <dgm:pt modelId="{4970F319-8759-47FD-BE1C-A73B23C2CD68}" type="pres">
      <dgm:prSet presAssocID="{89B862D9-F8AA-4E91-A827-07D3F05D5BF2}" presName="sibTrans" presStyleLbl="sibTrans2D1" presStyleIdx="0" presStyleCnt="0"/>
      <dgm:spPr/>
    </dgm:pt>
    <dgm:pt modelId="{B85810C1-4B85-4CF6-BCE6-1DB2B0472DB9}" type="pres">
      <dgm:prSet presAssocID="{9AD45E9D-2E6C-49E3-BF0A-A7DD32B00F9B}" presName="compNode" presStyleCnt="0"/>
      <dgm:spPr/>
    </dgm:pt>
    <dgm:pt modelId="{AF2019F4-B20C-4241-AB62-6F0DCB2D44D0}" type="pres">
      <dgm:prSet presAssocID="{9AD45E9D-2E6C-49E3-BF0A-A7DD32B00F9B}" presName="iconBgRect" presStyleLbl="bgShp" presStyleIdx="1" presStyleCnt="5"/>
      <dgm:spPr/>
    </dgm:pt>
    <dgm:pt modelId="{8A0C201B-C0DC-4763-869C-E6D262A1A6C3}" type="pres">
      <dgm:prSet presAssocID="{9AD45E9D-2E6C-49E3-BF0A-A7DD32B00F9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5818D46-AB92-4B95-B741-7C13614DC970}" type="pres">
      <dgm:prSet presAssocID="{9AD45E9D-2E6C-49E3-BF0A-A7DD32B00F9B}" presName="spaceRect" presStyleCnt="0"/>
      <dgm:spPr/>
    </dgm:pt>
    <dgm:pt modelId="{E30080A1-2612-4EF9-BF52-FA6889284753}" type="pres">
      <dgm:prSet presAssocID="{9AD45E9D-2E6C-49E3-BF0A-A7DD32B00F9B}" presName="textRect" presStyleLbl="revTx" presStyleIdx="1" presStyleCnt="5">
        <dgm:presLayoutVars>
          <dgm:chMax val="1"/>
          <dgm:chPref val="1"/>
        </dgm:presLayoutVars>
      </dgm:prSet>
      <dgm:spPr/>
    </dgm:pt>
    <dgm:pt modelId="{B32F9A9D-0FDE-4119-A457-95D83C6B104E}" type="pres">
      <dgm:prSet presAssocID="{8154F5E3-53DF-441B-94BA-42B28EDF1406}" presName="sibTrans" presStyleLbl="sibTrans2D1" presStyleIdx="0" presStyleCnt="0"/>
      <dgm:spPr/>
    </dgm:pt>
    <dgm:pt modelId="{B7DA23D6-870B-45C1-A2E2-FC7740D22F14}" type="pres">
      <dgm:prSet presAssocID="{4CB5D8C3-97F5-498A-AE08-A2E53C8DC3F0}" presName="compNode" presStyleCnt="0"/>
      <dgm:spPr/>
    </dgm:pt>
    <dgm:pt modelId="{FEFF7A53-EABB-4F75-905B-F489B6A882FA}" type="pres">
      <dgm:prSet presAssocID="{4CB5D8C3-97F5-498A-AE08-A2E53C8DC3F0}" presName="iconBgRect" presStyleLbl="bgShp" presStyleIdx="2" presStyleCnt="5"/>
      <dgm:spPr/>
    </dgm:pt>
    <dgm:pt modelId="{A5402BD4-A591-406D-A1FE-8F589C48D5B0}" type="pres">
      <dgm:prSet presAssocID="{4CB5D8C3-97F5-498A-AE08-A2E53C8DC3F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268FC25-A6C3-495F-9642-CE283782D28E}" type="pres">
      <dgm:prSet presAssocID="{4CB5D8C3-97F5-498A-AE08-A2E53C8DC3F0}" presName="spaceRect" presStyleCnt="0"/>
      <dgm:spPr/>
    </dgm:pt>
    <dgm:pt modelId="{481BD847-CEAF-4F2F-A81C-C7B7D9D8D5E2}" type="pres">
      <dgm:prSet presAssocID="{4CB5D8C3-97F5-498A-AE08-A2E53C8DC3F0}" presName="textRect" presStyleLbl="revTx" presStyleIdx="2" presStyleCnt="5">
        <dgm:presLayoutVars>
          <dgm:chMax val="1"/>
          <dgm:chPref val="1"/>
        </dgm:presLayoutVars>
      </dgm:prSet>
      <dgm:spPr/>
    </dgm:pt>
    <dgm:pt modelId="{2D58B902-9AFD-4C79-882E-A06AED1D591A}" type="pres">
      <dgm:prSet presAssocID="{404B7B84-B26D-49C7-B023-8F9A7B006142}" presName="sibTrans" presStyleLbl="sibTrans2D1" presStyleIdx="0" presStyleCnt="0"/>
      <dgm:spPr/>
    </dgm:pt>
    <dgm:pt modelId="{FDD6F40C-F898-4A00-81EF-D9D2CE041804}" type="pres">
      <dgm:prSet presAssocID="{C2D71D7D-285C-4200-B883-7E61078D0D8F}" presName="compNode" presStyleCnt="0"/>
      <dgm:spPr/>
    </dgm:pt>
    <dgm:pt modelId="{54CE95D5-7EFD-4A40-8DCA-9A6A4BC31D8A}" type="pres">
      <dgm:prSet presAssocID="{C2D71D7D-285C-4200-B883-7E61078D0D8F}" presName="iconBgRect" presStyleLbl="bgShp" presStyleIdx="3" presStyleCnt="5"/>
      <dgm:spPr/>
    </dgm:pt>
    <dgm:pt modelId="{A7E995BF-D13D-4D87-9D7A-EF97AAE4F399}" type="pres">
      <dgm:prSet presAssocID="{C2D71D7D-285C-4200-B883-7E61078D0D8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511F45FB-77C4-4CCC-8D9E-859E2D546B7B}" type="pres">
      <dgm:prSet presAssocID="{C2D71D7D-285C-4200-B883-7E61078D0D8F}" presName="spaceRect" presStyleCnt="0"/>
      <dgm:spPr/>
    </dgm:pt>
    <dgm:pt modelId="{8B877FEF-31D5-4BA9-A87E-28431E3C5C0E}" type="pres">
      <dgm:prSet presAssocID="{C2D71D7D-285C-4200-B883-7E61078D0D8F}" presName="textRect" presStyleLbl="revTx" presStyleIdx="3" presStyleCnt="5">
        <dgm:presLayoutVars>
          <dgm:chMax val="1"/>
          <dgm:chPref val="1"/>
        </dgm:presLayoutVars>
      </dgm:prSet>
      <dgm:spPr/>
    </dgm:pt>
    <dgm:pt modelId="{395B6554-E48F-4D66-A53E-01093CAAD6FC}" type="pres">
      <dgm:prSet presAssocID="{0D5A57C1-1FAF-4CD9-AB58-02367C849688}" presName="sibTrans" presStyleLbl="sibTrans2D1" presStyleIdx="0" presStyleCnt="0"/>
      <dgm:spPr/>
    </dgm:pt>
    <dgm:pt modelId="{03592974-0BE1-45E2-94B2-A5A3FC73595F}" type="pres">
      <dgm:prSet presAssocID="{FA13CF02-EA1F-4C97-9D5E-999E72055858}" presName="compNode" presStyleCnt="0"/>
      <dgm:spPr/>
    </dgm:pt>
    <dgm:pt modelId="{5A110AAA-4E12-4F82-BE7C-506A7EF2903D}" type="pres">
      <dgm:prSet presAssocID="{FA13CF02-EA1F-4C97-9D5E-999E72055858}" presName="iconBgRect" presStyleLbl="bgShp" presStyleIdx="4" presStyleCnt="5"/>
      <dgm:spPr/>
    </dgm:pt>
    <dgm:pt modelId="{51D0334F-96FC-44C9-9EF7-0D6D2F83B139}" type="pres">
      <dgm:prSet presAssocID="{FA13CF02-EA1F-4C97-9D5E-999E7205585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B8ADB41-F2C5-4975-8934-07308E8CCED3}" type="pres">
      <dgm:prSet presAssocID="{FA13CF02-EA1F-4C97-9D5E-999E72055858}" presName="spaceRect" presStyleCnt="0"/>
      <dgm:spPr/>
    </dgm:pt>
    <dgm:pt modelId="{0104C97B-99BC-4677-89A0-CEBC78A55C1E}" type="pres">
      <dgm:prSet presAssocID="{FA13CF02-EA1F-4C97-9D5E-999E7205585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D23E205-445F-4F95-BC8E-1C1AEDFD3BF1}" srcId="{B53B47EA-81C7-40AE-A633-11C2B90925D1}" destId="{4CB5D8C3-97F5-498A-AE08-A2E53C8DC3F0}" srcOrd="2" destOrd="0" parTransId="{93F416FB-3FF4-4EAB-98CA-FC85D3ED6B67}" sibTransId="{404B7B84-B26D-49C7-B023-8F9A7B006142}"/>
    <dgm:cxn modelId="{3816E225-B5F3-42EF-A826-EF6C8D41B16D}" type="presOf" srcId="{9AD45E9D-2E6C-49E3-BF0A-A7DD32B00F9B}" destId="{E30080A1-2612-4EF9-BF52-FA6889284753}" srcOrd="0" destOrd="0" presId="urn:microsoft.com/office/officeart/2018/2/layout/IconCircleList"/>
    <dgm:cxn modelId="{84580F3E-24B0-4FAB-A684-2E086D972ACA}" type="presOf" srcId="{89B862D9-F8AA-4E91-A827-07D3F05D5BF2}" destId="{4970F319-8759-47FD-BE1C-A73B23C2CD68}" srcOrd="0" destOrd="0" presId="urn:microsoft.com/office/officeart/2018/2/layout/IconCircleList"/>
    <dgm:cxn modelId="{BC57994A-EEEE-414E-937F-19372F1F6530}" type="presOf" srcId="{4C5A8EEA-FAB0-44AF-B087-621A1EB1371E}" destId="{57FBCB7A-A3F2-409E-AE6D-932BA60A1A75}" srcOrd="0" destOrd="0" presId="urn:microsoft.com/office/officeart/2018/2/layout/IconCircleList"/>
    <dgm:cxn modelId="{95750F6F-A2FA-492A-AF41-AEFA87CBB4DF}" srcId="{B53B47EA-81C7-40AE-A633-11C2B90925D1}" destId="{FA13CF02-EA1F-4C97-9D5E-999E72055858}" srcOrd="4" destOrd="0" parTransId="{55693CEE-C10A-4992-89D5-6B7F832CFA8D}" sibTransId="{B4F5C08D-5951-4910-86D7-2C6F8BEE72AD}"/>
    <dgm:cxn modelId="{D347DB54-2498-4553-89CE-A2CBEFC3F7D9}" type="presOf" srcId="{4CB5D8C3-97F5-498A-AE08-A2E53C8DC3F0}" destId="{481BD847-CEAF-4F2F-A81C-C7B7D9D8D5E2}" srcOrd="0" destOrd="0" presId="urn:microsoft.com/office/officeart/2018/2/layout/IconCircleList"/>
    <dgm:cxn modelId="{BC041A76-B448-4951-9904-AADE62072FA8}" type="presOf" srcId="{C2D71D7D-285C-4200-B883-7E61078D0D8F}" destId="{8B877FEF-31D5-4BA9-A87E-28431E3C5C0E}" srcOrd="0" destOrd="0" presId="urn:microsoft.com/office/officeart/2018/2/layout/IconCircleList"/>
    <dgm:cxn modelId="{2188007C-29F1-4120-884E-DC70A6E12F7B}" type="presOf" srcId="{B53B47EA-81C7-40AE-A633-11C2B90925D1}" destId="{46F88256-3FCA-4B32-A73C-B9F4E2014F75}" srcOrd="0" destOrd="0" presId="urn:microsoft.com/office/officeart/2018/2/layout/IconCircleList"/>
    <dgm:cxn modelId="{9FFC0A86-D3B3-45DE-8233-5B665F21BB87}" type="presOf" srcId="{8154F5E3-53DF-441B-94BA-42B28EDF1406}" destId="{B32F9A9D-0FDE-4119-A457-95D83C6B104E}" srcOrd="0" destOrd="0" presId="urn:microsoft.com/office/officeart/2018/2/layout/IconCircleList"/>
    <dgm:cxn modelId="{FD266D95-0154-430D-9D3E-07914D93482F}" type="presOf" srcId="{0D5A57C1-1FAF-4CD9-AB58-02367C849688}" destId="{395B6554-E48F-4D66-A53E-01093CAAD6FC}" srcOrd="0" destOrd="0" presId="urn:microsoft.com/office/officeart/2018/2/layout/IconCircleList"/>
    <dgm:cxn modelId="{A5E9B7B3-9E91-4BF8-A484-771A9E6B3EA7}" type="presOf" srcId="{404B7B84-B26D-49C7-B023-8F9A7B006142}" destId="{2D58B902-9AFD-4C79-882E-A06AED1D591A}" srcOrd="0" destOrd="0" presId="urn:microsoft.com/office/officeart/2018/2/layout/IconCircleList"/>
    <dgm:cxn modelId="{D466DDDE-F843-40E1-9C61-335D22F2594D}" srcId="{B53B47EA-81C7-40AE-A633-11C2B90925D1}" destId="{4C5A8EEA-FAB0-44AF-B087-621A1EB1371E}" srcOrd="0" destOrd="0" parTransId="{410F7067-3CB4-478E-99EE-B5E6596F7576}" sibTransId="{89B862D9-F8AA-4E91-A827-07D3F05D5BF2}"/>
    <dgm:cxn modelId="{984AC1EC-6091-408F-A5D2-263E70181F32}" srcId="{B53B47EA-81C7-40AE-A633-11C2B90925D1}" destId="{C2D71D7D-285C-4200-B883-7E61078D0D8F}" srcOrd="3" destOrd="0" parTransId="{CC8381EA-4726-4035-98C5-DDA1E8903C9D}" sibTransId="{0D5A57C1-1FAF-4CD9-AB58-02367C849688}"/>
    <dgm:cxn modelId="{8D5BCFF0-B6FC-4BCE-A28E-2156B5288709}" srcId="{B53B47EA-81C7-40AE-A633-11C2B90925D1}" destId="{9AD45E9D-2E6C-49E3-BF0A-A7DD32B00F9B}" srcOrd="1" destOrd="0" parTransId="{FE83F61A-C5BA-4AA4-BA7F-E5F76AE004A6}" sibTransId="{8154F5E3-53DF-441B-94BA-42B28EDF1406}"/>
    <dgm:cxn modelId="{45F0DBF4-D9DE-4EF1-BA82-CA9001F29139}" type="presOf" srcId="{FA13CF02-EA1F-4C97-9D5E-999E72055858}" destId="{0104C97B-99BC-4677-89A0-CEBC78A55C1E}" srcOrd="0" destOrd="0" presId="urn:microsoft.com/office/officeart/2018/2/layout/IconCircleList"/>
    <dgm:cxn modelId="{A53DE509-A78A-4916-AED3-690509735803}" type="presParOf" srcId="{46F88256-3FCA-4B32-A73C-B9F4E2014F75}" destId="{FA75FB1C-839F-46CC-A825-9B3ED50661A8}" srcOrd="0" destOrd="0" presId="urn:microsoft.com/office/officeart/2018/2/layout/IconCircleList"/>
    <dgm:cxn modelId="{CA6D7524-7680-4224-B7DA-A7EE47BA7CE1}" type="presParOf" srcId="{FA75FB1C-839F-46CC-A825-9B3ED50661A8}" destId="{C643095E-AF26-4472-B31C-6BB377C53BB1}" srcOrd="0" destOrd="0" presId="urn:microsoft.com/office/officeart/2018/2/layout/IconCircleList"/>
    <dgm:cxn modelId="{4FB4FD35-FEC7-40FE-91BE-07AB033D2BEB}" type="presParOf" srcId="{C643095E-AF26-4472-B31C-6BB377C53BB1}" destId="{01EF314A-191C-4E10-A3B4-67B150BD1BD7}" srcOrd="0" destOrd="0" presId="urn:microsoft.com/office/officeart/2018/2/layout/IconCircleList"/>
    <dgm:cxn modelId="{25A9110B-11B3-441D-95BE-7ED44C224D99}" type="presParOf" srcId="{C643095E-AF26-4472-B31C-6BB377C53BB1}" destId="{062F61EA-E941-466D-BFC5-2ED1289E636B}" srcOrd="1" destOrd="0" presId="urn:microsoft.com/office/officeart/2018/2/layout/IconCircleList"/>
    <dgm:cxn modelId="{D37E731E-02BF-47E3-80E7-CF958B9EE462}" type="presParOf" srcId="{C643095E-AF26-4472-B31C-6BB377C53BB1}" destId="{4341C974-3789-446F-9C67-88796F744972}" srcOrd="2" destOrd="0" presId="urn:microsoft.com/office/officeart/2018/2/layout/IconCircleList"/>
    <dgm:cxn modelId="{CA43C13E-2A1B-4C18-A347-C0438EC792EC}" type="presParOf" srcId="{C643095E-AF26-4472-B31C-6BB377C53BB1}" destId="{57FBCB7A-A3F2-409E-AE6D-932BA60A1A75}" srcOrd="3" destOrd="0" presId="urn:microsoft.com/office/officeart/2018/2/layout/IconCircleList"/>
    <dgm:cxn modelId="{3FEA2100-4CD3-48CB-BE61-CD697FBAA9D6}" type="presParOf" srcId="{FA75FB1C-839F-46CC-A825-9B3ED50661A8}" destId="{4970F319-8759-47FD-BE1C-A73B23C2CD68}" srcOrd="1" destOrd="0" presId="urn:microsoft.com/office/officeart/2018/2/layout/IconCircleList"/>
    <dgm:cxn modelId="{8174E341-4CFE-4426-992A-B4B35C0B0242}" type="presParOf" srcId="{FA75FB1C-839F-46CC-A825-9B3ED50661A8}" destId="{B85810C1-4B85-4CF6-BCE6-1DB2B0472DB9}" srcOrd="2" destOrd="0" presId="urn:microsoft.com/office/officeart/2018/2/layout/IconCircleList"/>
    <dgm:cxn modelId="{76BA0D10-0A89-4F38-9BF0-16990E582C0F}" type="presParOf" srcId="{B85810C1-4B85-4CF6-BCE6-1DB2B0472DB9}" destId="{AF2019F4-B20C-4241-AB62-6F0DCB2D44D0}" srcOrd="0" destOrd="0" presId="urn:microsoft.com/office/officeart/2018/2/layout/IconCircleList"/>
    <dgm:cxn modelId="{922AD9FE-5330-4138-B550-8B8B1488A49E}" type="presParOf" srcId="{B85810C1-4B85-4CF6-BCE6-1DB2B0472DB9}" destId="{8A0C201B-C0DC-4763-869C-E6D262A1A6C3}" srcOrd="1" destOrd="0" presId="urn:microsoft.com/office/officeart/2018/2/layout/IconCircleList"/>
    <dgm:cxn modelId="{5AAD7F2A-04D7-47B8-85F0-28909C082FB3}" type="presParOf" srcId="{B85810C1-4B85-4CF6-BCE6-1DB2B0472DB9}" destId="{25818D46-AB92-4B95-B741-7C13614DC970}" srcOrd="2" destOrd="0" presId="urn:microsoft.com/office/officeart/2018/2/layout/IconCircleList"/>
    <dgm:cxn modelId="{4DD55906-E7F0-473A-A1BD-0BEFBFF53988}" type="presParOf" srcId="{B85810C1-4B85-4CF6-BCE6-1DB2B0472DB9}" destId="{E30080A1-2612-4EF9-BF52-FA6889284753}" srcOrd="3" destOrd="0" presId="urn:microsoft.com/office/officeart/2018/2/layout/IconCircleList"/>
    <dgm:cxn modelId="{38441E75-21FC-4F77-B765-8A3AFCE1150B}" type="presParOf" srcId="{FA75FB1C-839F-46CC-A825-9B3ED50661A8}" destId="{B32F9A9D-0FDE-4119-A457-95D83C6B104E}" srcOrd="3" destOrd="0" presId="urn:microsoft.com/office/officeart/2018/2/layout/IconCircleList"/>
    <dgm:cxn modelId="{AFD00298-8488-4DF0-BB7C-5C23A2D7246C}" type="presParOf" srcId="{FA75FB1C-839F-46CC-A825-9B3ED50661A8}" destId="{B7DA23D6-870B-45C1-A2E2-FC7740D22F14}" srcOrd="4" destOrd="0" presId="urn:microsoft.com/office/officeart/2018/2/layout/IconCircleList"/>
    <dgm:cxn modelId="{6282E557-BB6A-4D58-808D-3891873BFD37}" type="presParOf" srcId="{B7DA23D6-870B-45C1-A2E2-FC7740D22F14}" destId="{FEFF7A53-EABB-4F75-905B-F489B6A882FA}" srcOrd="0" destOrd="0" presId="urn:microsoft.com/office/officeart/2018/2/layout/IconCircleList"/>
    <dgm:cxn modelId="{34FF67AC-16D8-413B-8586-20D2CBC215DC}" type="presParOf" srcId="{B7DA23D6-870B-45C1-A2E2-FC7740D22F14}" destId="{A5402BD4-A591-406D-A1FE-8F589C48D5B0}" srcOrd="1" destOrd="0" presId="urn:microsoft.com/office/officeart/2018/2/layout/IconCircleList"/>
    <dgm:cxn modelId="{B714D551-A5D1-4220-968A-91F73A3EA056}" type="presParOf" srcId="{B7DA23D6-870B-45C1-A2E2-FC7740D22F14}" destId="{D268FC25-A6C3-495F-9642-CE283782D28E}" srcOrd="2" destOrd="0" presId="urn:microsoft.com/office/officeart/2018/2/layout/IconCircleList"/>
    <dgm:cxn modelId="{28A1BA9F-3213-4094-A417-7C08D81DFF81}" type="presParOf" srcId="{B7DA23D6-870B-45C1-A2E2-FC7740D22F14}" destId="{481BD847-CEAF-4F2F-A81C-C7B7D9D8D5E2}" srcOrd="3" destOrd="0" presId="urn:microsoft.com/office/officeart/2018/2/layout/IconCircleList"/>
    <dgm:cxn modelId="{BCBCA33C-EDE6-4E4C-BC1B-7A93B4FE5A3C}" type="presParOf" srcId="{FA75FB1C-839F-46CC-A825-9B3ED50661A8}" destId="{2D58B902-9AFD-4C79-882E-A06AED1D591A}" srcOrd="5" destOrd="0" presId="urn:microsoft.com/office/officeart/2018/2/layout/IconCircleList"/>
    <dgm:cxn modelId="{E5D83207-08FB-4D73-A3C6-1081A57C1EB3}" type="presParOf" srcId="{FA75FB1C-839F-46CC-A825-9B3ED50661A8}" destId="{FDD6F40C-F898-4A00-81EF-D9D2CE041804}" srcOrd="6" destOrd="0" presId="urn:microsoft.com/office/officeart/2018/2/layout/IconCircleList"/>
    <dgm:cxn modelId="{8CBDAEA6-8139-446F-9B05-484687E1616D}" type="presParOf" srcId="{FDD6F40C-F898-4A00-81EF-D9D2CE041804}" destId="{54CE95D5-7EFD-4A40-8DCA-9A6A4BC31D8A}" srcOrd="0" destOrd="0" presId="urn:microsoft.com/office/officeart/2018/2/layout/IconCircleList"/>
    <dgm:cxn modelId="{C067397F-05FB-4E16-BEFB-08E508066ECF}" type="presParOf" srcId="{FDD6F40C-F898-4A00-81EF-D9D2CE041804}" destId="{A7E995BF-D13D-4D87-9D7A-EF97AAE4F399}" srcOrd="1" destOrd="0" presId="urn:microsoft.com/office/officeart/2018/2/layout/IconCircleList"/>
    <dgm:cxn modelId="{0AE8A4B5-598C-4FFA-B5A9-81E6497CA030}" type="presParOf" srcId="{FDD6F40C-F898-4A00-81EF-D9D2CE041804}" destId="{511F45FB-77C4-4CCC-8D9E-859E2D546B7B}" srcOrd="2" destOrd="0" presId="urn:microsoft.com/office/officeart/2018/2/layout/IconCircleList"/>
    <dgm:cxn modelId="{0B095BFD-5188-42C4-B0FD-9B283978AD3F}" type="presParOf" srcId="{FDD6F40C-F898-4A00-81EF-D9D2CE041804}" destId="{8B877FEF-31D5-4BA9-A87E-28431E3C5C0E}" srcOrd="3" destOrd="0" presId="urn:microsoft.com/office/officeart/2018/2/layout/IconCircleList"/>
    <dgm:cxn modelId="{50638D87-AD98-4683-8317-D7FB6F1CDC52}" type="presParOf" srcId="{FA75FB1C-839F-46CC-A825-9B3ED50661A8}" destId="{395B6554-E48F-4D66-A53E-01093CAAD6FC}" srcOrd="7" destOrd="0" presId="urn:microsoft.com/office/officeart/2018/2/layout/IconCircleList"/>
    <dgm:cxn modelId="{DAEEDD13-AEF8-4D50-8AF7-D7D6C6BFCDE4}" type="presParOf" srcId="{FA75FB1C-839F-46CC-A825-9B3ED50661A8}" destId="{03592974-0BE1-45E2-94B2-A5A3FC73595F}" srcOrd="8" destOrd="0" presId="urn:microsoft.com/office/officeart/2018/2/layout/IconCircleList"/>
    <dgm:cxn modelId="{E55C242B-9853-43EA-AE98-718F50F401B4}" type="presParOf" srcId="{03592974-0BE1-45E2-94B2-A5A3FC73595F}" destId="{5A110AAA-4E12-4F82-BE7C-506A7EF2903D}" srcOrd="0" destOrd="0" presId="urn:microsoft.com/office/officeart/2018/2/layout/IconCircleList"/>
    <dgm:cxn modelId="{8EE75C0D-F843-4383-9631-628AC14AD144}" type="presParOf" srcId="{03592974-0BE1-45E2-94B2-A5A3FC73595F}" destId="{51D0334F-96FC-44C9-9EF7-0D6D2F83B139}" srcOrd="1" destOrd="0" presId="urn:microsoft.com/office/officeart/2018/2/layout/IconCircleList"/>
    <dgm:cxn modelId="{88A33637-10C8-4BA2-9D3C-AF07B46F75F8}" type="presParOf" srcId="{03592974-0BE1-45E2-94B2-A5A3FC73595F}" destId="{2B8ADB41-F2C5-4975-8934-07308E8CCED3}" srcOrd="2" destOrd="0" presId="urn:microsoft.com/office/officeart/2018/2/layout/IconCircleList"/>
    <dgm:cxn modelId="{CBBE0AFA-DB6E-4B65-ACB7-11AA3C09E5D3}" type="presParOf" srcId="{03592974-0BE1-45E2-94B2-A5A3FC73595F}" destId="{0104C97B-99BC-4677-89A0-CEBC78A55C1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97FD0-F447-410A-A567-FD913E4B691E}">
      <dsp:nvSpPr>
        <dsp:cNvPr id="0" name=""/>
        <dsp:cNvSpPr/>
      </dsp:nvSpPr>
      <dsp:spPr>
        <a:xfrm>
          <a:off x="0" y="2018"/>
          <a:ext cx="9924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DFE4C-2CB7-47F4-B948-8C2F528EFC04}">
      <dsp:nvSpPr>
        <dsp:cNvPr id="0" name=""/>
        <dsp:cNvSpPr/>
      </dsp:nvSpPr>
      <dsp:spPr>
        <a:xfrm>
          <a:off x="0" y="2018"/>
          <a:ext cx="9924403" cy="688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err="1"/>
            <a:t>Firestore</a:t>
          </a:r>
          <a:r>
            <a:rPr lang="en-US" sz="1900" b="1" kern="1200"/>
            <a:t> Event Loading: </a:t>
          </a:r>
          <a:r>
            <a:rPr lang="en-US" sz="1900" kern="1200"/>
            <a:t>Events currently use code-based sample data. </a:t>
          </a:r>
          <a:r>
            <a:rPr lang="en-US" sz="1900" kern="1200" err="1"/>
            <a:t>Firestore</a:t>
          </a:r>
          <a:r>
            <a:rPr lang="en-US" sz="1900" kern="1200"/>
            <a:t> event loading has not been verified.</a:t>
          </a:r>
        </a:p>
      </dsp:txBody>
      <dsp:txXfrm>
        <a:off x="0" y="2018"/>
        <a:ext cx="9924403" cy="688357"/>
      </dsp:txXfrm>
    </dsp:sp>
    <dsp:sp modelId="{10524E98-24E5-4428-BEA1-C4D8E974EB1C}">
      <dsp:nvSpPr>
        <dsp:cNvPr id="0" name=""/>
        <dsp:cNvSpPr/>
      </dsp:nvSpPr>
      <dsp:spPr>
        <a:xfrm>
          <a:off x="0" y="690375"/>
          <a:ext cx="9924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683F7-402E-4B47-994F-5CBD0E993227}">
      <dsp:nvSpPr>
        <dsp:cNvPr id="0" name=""/>
        <dsp:cNvSpPr/>
      </dsp:nvSpPr>
      <dsp:spPr>
        <a:xfrm>
          <a:off x="0" y="690375"/>
          <a:ext cx="9924403" cy="688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Authentication: </a:t>
          </a:r>
          <a:r>
            <a:rPr lang="en-US" sz="1900" kern="1200"/>
            <a:t>Google sign-in and password-reset completion still require end-to-end verification.</a:t>
          </a:r>
        </a:p>
      </dsp:txBody>
      <dsp:txXfrm>
        <a:off x="0" y="690375"/>
        <a:ext cx="9924403" cy="688357"/>
      </dsp:txXfrm>
    </dsp:sp>
    <dsp:sp modelId="{B522D18C-00E9-46C5-87BF-BF571DCDEF83}">
      <dsp:nvSpPr>
        <dsp:cNvPr id="0" name=""/>
        <dsp:cNvSpPr/>
      </dsp:nvSpPr>
      <dsp:spPr>
        <a:xfrm>
          <a:off x="0" y="1378733"/>
          <a:ext cx="9924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BF5AB-6133-482A-B9AD-8A096F1345AE}">
      <dsp:nvSpPr>
        <dsp:cNvPr id="0" name=""/>
        <dsp:cNvSpPr/>
      </dsp:nvSpPr>
      <dsp:spPr>
        <a:xfrm>
          <a:off x="0" y="1378733"/>
          <a:ext cx="9924403" cy="688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Push Notifications: </a:t>
          </a:r>
          <a:r>
            <a:rPr lang="en-US" sz="1900" kern="1200"/>
            <a:t>Browser and mobile push notifications are not implemented.</a:t>
          </a:r>
        </a:p>
      </dsp:txBody>
      <dsp:txXfrm>
        <a:off x="0" y="1378733"/>
        <a:ext cx="9924403" cy="688357"/>
      </dsp:txXfrm>
    </dsp:sp>
    <dsp:sp modelId="{580001A3-3ACE-4E8C-A857-0F47C1AB2898}">
      <dsp:nvSpPr>
        <dsp:cNvPr id="0" name=""/>
        <dsp:cNvSpPr/>
      </dsp:nvSpPr>
      <dsp:spPr>
        <a:xfrm>
          <a:off x="0" y="2067090"/>
          <a:ext cx="9924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74EBE-82FB-4D77-B07A-6BB868C939E1}">
      <dsp:nvSpPr>
        <dsp:cNvPr id="0" name=""/>
        <dsp:cNvSpPr/>
      </dsp:nvSpPr>
      <dsp:spPr>
        <a:xfrm>
          <a:off x="0" y="2067090"/>
          <a:ext cx="9924403" cy="688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Assistant: </a:t>
          </a:r>
          <a:r>
            <a:rPr lang="en-US" sz="1900" kern="1200"/>
            <a:t>Uses a local answer engine and sample data, not a live AI service or live campus data.</a:t>
          </a:r>
        </a:p>
      </dsp:txBody>
      <dsp:txXfrm>
        <a:off x="0" y="2067090"/>
        <a:ext cx="9924403" cy="688357"/>
      </dsp:txXfrm>
    </dsp:sp>
    <dsp:sp modelId="{A0C2AF13-C326-4F75-A049-B2482C389E69}">
      <dsp:nvSpPr>
        <dsp:cNvPr id="0" name=""/>
        <dsp:cNvSpPr/>
      </dsp:nvSpPr>
      <dsp:spPr>
        <a:xfrm>
          <a:off x="0" y="2755447"/>
          <a:ext cx="9924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9D913-E404-49E3-A5B4-BB78C5523B9F}">
      <dsp:nvSpPr>
        <dsp:cNvPr id="0" name=""/>
        <dsp:cNvSpPr/>
      </dsp:nvSpPr>
      <dsp:spPr>
        <a:xfrm>
          <a:off x="0" y="2755447"/>
          <a:ext cx="9924403" cy="688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Data Persistence and Social Features: </a:t>
          </a:r>
          <a:r>
            <a:rPr lang="en-US" sz="1900" kern="1200"/>
            <a:t>Some demo data is stored locally and may not sync across accounts or devices. Guest social interactions are not delivered to other students.</a:t>
          </a:r>
        </a:p>
      </dsp:txBody>
      <dsp:txXfrm>
        <a:off x="0" y="2755447"/>
        <a:ext cx="9924403" cy="688357"/>
      </dsp:txXfrm>
    </dsp:sp>
    <dsp:sp modelId="{70DFA29E-1E9B-4DA4-ADD9-CFA10BFBFB5C}">
      <dsp:nvSpPr>
        <dsp:cNvPr id="0" name=""/>
        <dsp:cNvSpPr/>
      </dsp:nvSpPr>
      <dsp:spPr>
        <a:xfrm>
          <a:off x="0" y="3443805"/>
          <a:ext cx="9924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14BF7-3A57-4DAE-B2DE-E499C96A271D}">
      <dsp:nvSpPr>
        <dsp:cNvPr id="0" name=""/>
        <dsp:cNvSpPr/>
      </dsp:nvSpPr>
      <dsp:spPr>
        <a:xfrm>
          <a:off x="0" y="3443805"/>
          <a:ext cx="9924403" cy="688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Other Features: </a:t>
          </a:r>
          <a:r>
            <a:rPr lang="en-US" sz="1900" kern="1200"/>
            <a:t>Feed photo attachments are disabled, approving suggestions does not automatically publish them to Discover, and ticket purchasing is outside the current midterm scope.</a:t>
          </a:r>
        </a:p>
      </dsp:txBody>
      <dsp:txXfrm>
        <a:off x="0" y="3443805"/>
        <a:ext cx="9924403" cy="6883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F314A-191C-4E10-A3B4-67B150BD1BD7}">
      <dsp:nvSpPr>
        <dsp:cNvPr id="0" name=""/>
        <dsp:cNvSpPr/>
      </dsp:nvSpPr>
      <dsp:spPr>
        <a:xfrm>
          <a:off x="355582" y="52440"/>
          <a:ext cx="960388" cy="9603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F61EA-E941-466D-BFC5-2ED1289E636B}">
      <dsp:nvSpPr>
        <dsp:cNvPr id="0" name=""/>
        <dsp:cNvSpPr/>
      </dsp:nvSpPr>
      <dsp:spPr>
        <a:xfrm>
          <a:off x="557263" y="254122"/>
          <a:ext cx="557025" cy="5570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BCB7A-A3F2-409E-AE6D-932BA60A1A75}">
      <dsp:nvSpPr>
        <dsp:cNvPr id="0" name=""/>
        <dsp:cNvSpPr/>
      </dsp:nvSpPr>
      <dsp:spPr>
        <a:xfrm>
          <a:off x="1521768" y="52440"/>
          <a:ext cx="2263773" cy="960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Repository</a:t>
          </a:r>
          <a:br>
            <a:rPr lang="en-US" sz="1100" kern="1200"/>
          </a:br>
          <a:r>
            <a:rPr lang="en-US" sz="1100" kern="1200" err="1">
              <a:hlinkClick xmlns:r="http://schemas.openxmlformats.org/officeDocument/2006/relationships" r:id="rId2"/>
            </a:rPr>
            <a:t>CampusVibes</a:t>
          </a:r>
          <a:r>
            <a:rPr lang="en-US" sz="1100" kern="1200">
              <a:hlinkClick xmlns:r="http://schemas.openxmlformats.org/officeDocument/2006/relationships" r:id="rId2"/>
            </a:rPr>
            <a:t> Team 4 Repository</a:t>
          </a:r>
          <a:endParaRPr lang="en-US" sz="1100" kern="1200"/>
        </a:p>
      </dsp:txBody>
      <dsp:txXfrm>
        <a:off x="1521768" y="52440"/>
        <a:ext cx="2263773" cy="960388"/>
      </dsp:txXfrm>
    </dsp:sp>
    <dsp:sp modelId="{AF2019F4-B20C-4241-AB62-6F0DCB2D44D0}">
      <dsp:nvSpPr>
        <dsp:cNvPr id="0" name=""/>
        <dsp:cNvSpPr/>
      </dsp:nvSpPr>
      <dsp:spPr>
        <a:xfrm>
          <a:off x="4179987" y="52440"/>
          <a:ext cx="960388" cy="9603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C201B-C0DC-4763-869C-E6D262A1A6C3}">
      <dsp:nvSpPr>
        <dsp:cNvPr id="0" name=""/>
        <dsp:cNvSpPr/>
      </dsp:nvSpPr>
      <dsp:spPr>
        <a:xfrm>
          <a:off x="4381668" y="254122"/>
          <a:ext cx="557025" cy="5570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080A1-2612-4EF9-BF52-FA6889284753}">
      <dsp:nvSpPr>
        <dsp:cNvPr id="0" name=""/>
        <dsp:cNvSpPr/>
      </dsp:nvSpPr>
      <dsp:spPr>
        <a:xfrm>
          <a:off x="5346173" y="52440"/>
          <a:ext cx="2263773" cy="960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Deployment</a:t>
          </a:r>
          <a:br>
            <a:rPr lang="en-US" sz="1100" kern="1200"/>
          </a:br>
          <a:r>
            <a:rPr lang="en-US" sz="1100" kern="1200">
              <a:hlinkClick xmlns:r="http://schemas.openxmlformats.org/officeDocument/2006/relationships" r:id="rId4"/>
            </a:rPr>
            <a:t>Open CampusVibes Website</a:t>
          </a:r>
          <a:endParaRPr lang="en-US" sz="1100" kern="1200"/>
        </a:p>
      </dsp:txBody>
      <dsp:txXfrm>
        <a:off x="5346173" y="52440"/>
        <a:ext cx="2263773" cy="960388"/>
      </dsp:txXfrm>
    </dsp:sp>
    <dsp:sp modelId="{FEFF7A53-EABB-4F75-905B-F489B6A882FA}">
      <dsp:nvSpPr>
        <dsp:cNvPr id="0" name=""/>
        <dsp:cNvSpPr/>
      </dsp:nvSpPr>
      <dsp:spPr>
        <a:xfrm>
          <a:off x="355582" y="1781963"/>
          <a:ext cx="960388" cy="9603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02BD4-A591-406D-A1FE-8F589C48D5B0}">
      <dsp:nvSpPr>
        <dsp:cNvPr id="0" name=""/>
        <dsp:cNvSpPr/>
      </dsp:nvSpPr>
      <dsp:spPr>
        <a:xfrm>
          <a:off x="557263" y="1983644"/>
          <a:ext cx="557025" cy="5570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BD847-CEAF-4F2F-A81C-C7B7D9D8D5E2}">
      <dsp:nvSpPr>
        <dsp:cNvPr id="0" name=""/>
        <dsp:cNvSpPr/>
      </dsp:nvSpPr>
      <dsp:spPr>
        <a:xfrm>
          <a:off x="1521768" y="1781963"/>
          <a:ext cx="2263773" cy="960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Testing Issues :</a:t>
          </a:r>
          <a:r>
            <a:rPr lang="en-US" sz="1100" kern="1200">
              <a:hlinkClick xmlns:r="http://schemas.openxmlformats.org/officeDocument/2006/relationships" r:id="rId6"/>
            </a:rPr>
            <a:t>Issue #53 — Independent Deployed-Demo Rehearsal</a:t>
          </a:r>
          <a:r>
            <a:rPr lang="en-US" sz="1100" kern="1200">
              <a:hlinkClick xmlns:r="http://schemas.openxmlformats.org/officeDocument/2006/relationships" r:id="rId7"/>
            </a:rPr>
            <a:t>Issue #64 — Events → Event Details Retest</a:t>
          </a:r>
          <a:r>
            <a:rPr lang="en-US" sz="1100" kern="1200">
              <a:hlinkClick xmlns:r="http://schemas.openxmlformats.org/officeDocument/2006/relationships" r:id="rId8"/>
            </a:rPr>
            <a:t>Issue #70 — Empty-Search / No-Events Test</a:t>
          </a:r>
          <a:r>
            <a:rPr lang="en-US" sz="1100" kern="1200">
              <a:hlinkClick xmlns:r="http://schemas.openxmlformats.org/officeDocument/2006/relationships" r:id="rId9"/>
            </a:rPr>
            <a:t>Issue #35 — Firestore Limitation</a:t>
          </a:r>
          <a:endParaRPr lang="en-US" sz="1100" kern="1200"/>
        </a:p>
      </dsp:txBody>
      <dsp:txXfrm>
        <a:off x="1521768" y="1781963"/>
        <a:ext cx="2263773" cy="960388"/>
      </dsp:txXfrm>
    </dsp:sp>
    <dsp:sp modelId="{54CE95D5-7EFD-4A40-8DCA-9A6A4BC31D8A}">
      <dsp:nvSpPr>
        <dsp:cNvPr id="0" name=""/>
        <dsp:cNvSpPr/>
      </dsp:nvSpPr>
      <dsp:spPr>
        <a:xfrm>
          <a:off x="4179987" y="1781963"/>
          <a:ext cx="960388" cy="9603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995BF-D13D-4D87-9D7A-EF97AAE4F399}">
      <dsp:nvSpPr>
        <dsp:cNvPr id="0" name=""/>
        <dsp:cNvSpPr/>
      </dsp:nvSpPr>
      <dsp:spPr>
        <a:xfrm>
          <a:off x="4381668" y="1983644"/>
          <a:ext cx="557025" cy="5570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77FEF-31D5-4BA9-A87E-28431E3C5C0E}">
      <dsp:nvSpPr>
        <dsp:cNvPr id="0" name=""/>
        <dsp:cNvSpPr/>
      </dsp:nvSpPr>
      <dsp:spPr>
        <a:xfrm>
          <a:off x="5346173" y="1781963"/>
          <a:ext cx="2263773" cy="960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Theme Toggle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11"/>
            </a:rPr>
            <a:t>Theme Toggle Code Commit</a:t>
          </a:r>
          <a:r>
            <a:rPr lang="en-US" sz="1100" kern="1200"/>
            <a:t> and </a:t>
          </a:r>
          <a:r>
            <a:rPr lang="en-US" sz="1100" kern="1200">
              <a:hlinkClick xmlns:r="http://schemas.openxmlformats.org/officeDocument/2006/relationships" r:id="rId12"/>
            </a:rPr>
            <a:t>Evidence</a:t>
          </a:r>
          <a:endParaRPr lang="en-US" sz="1100" kern="1200"/>
        </a:p>
      </dsp:txBody>
      <dsp:txXfrm>
        <a:off x="5346173" y="1781963"/>
        <a:ext cx="2263773" cy="960388"/>
      </dsp:txXfrm>
    </dsp:sp>
    <dsp:sp modelId="{5A110AAA-4E12-4F82-BE7C-506A7EF2903D}">
      <dsp:nvSpPr>
        <dsp:cNvPr id="0" name=""/>
        <dsp:cNvSpPr/>
      </dsp:nvSpPr>
      <dsp:spPr>
        <a:xfrm>
          <a:off x="355582" y="3511485"/>
          <a:ext cx="960388" cy="9603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0334F-96FC-44C9-9EF7-0D6D2F83B139}">
      <dsp:nvSpPr>
        <dsp:cNvPr id="0" name=""/>
        <dsp:cNvSpPr/>
      </dsp:nvSpPr>
      <dsp:spPr>
        <a:xfrm>
          <a:off x="557263" y="3713166"/>
          <a:ext cx="557025" cy="5570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4C97B-99BC-4677-89A0-CEBC78A55C1E}">
      <dsp:nvSpPr>
        <dsp:cNvPr id="0" name=""/>
        <dsp:cNvSpPr/>
      </dsp:nvSpPr>
      <dsp:spPr>
        <a:xfrm>
          <a:off x="1521768" y="3511485"/>
          <a:ext cx="2263773" cy="9603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Additional Evidence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14"/>
            </a:rPr>
            <a:t>Issue #63 — Retest Evidence / Follow-up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hlinkClick xmlns:r="http://schemas.openxmlformats.org/officeDocument/2006/relationships" r:id="rId15"/>
            </a:rPr>
            <a:t>View Repository Commits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521768" y="3511485"/>
        <a:ext cx="2263773" cy="960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11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Hello, we are Ujjal, Deviyana, Tulasa and Prachi from Team 4. Today, 22 October 2026, we'll present CampusVibes, our campus event discovery and community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CampusVibes combines event discovery, community updates, and personal student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want to reduce the effort required to discover and engage with campus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are our </a:t>
            </a:r>
            <a:r>
              <a:rPr lang="en-US"/>
              <a:t>supporting features</a:t>
            </a:r>
          </a:p>
        </p:txBody>
      </p:sp>
    </p:spTree>
    <p:extLst>
      <p:ext uri="{BB962C8B-B14F-4D97-AF65-F5344CB8AC3E}">
        <p14:creationId xmlns:p14="http://schemas.microsoft.com/office/powerpoint/2010/main" val="1508605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our real Discover page, with event cards, category filters,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prioritize testing, backend readiness, and a polished final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37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React and Vite power the frontend; Firebase supports authentication and cloud data, alongside local demo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listening. We welcome your questions 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mpusvibe-theta.vercel.app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pstone-Design-Team-4/Team_4_Capstone_project/issues/53?utm_source=chatgpt.com" TargetMode="External"/><Relationship Id="rId2" Type="http://schemas.openxmlformats.org/officeDocument/2006/relationships/hyperlink" Target="https://github.com/CapstoneDesign-Fall2026-UlsanCollege/Team_4_Capstone_project/issues/64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apstoneDesign-Fall2026-UlsanCollege/Team_4_Capstone_project/issues/35?utm_source=chatgpt.com" TargetMode="External"/><Relationship Id="rId5" Type="http://schemas.openxmlformats.org/officeDocument/2006/relationships/hyperlink" Target="https://github.com/CapstoneDesign-Fall2026-UlsanCollege/Team_4_Capstone_project/blob/main/docs/Week7/Evidence/theme-toggle.md" TargetMode="External"/><Relationship Id="rId4" Type="http://schemas.openxmlformats.org/officeDocument/2006/relationships/hyperlink" Target="https://github.com/CapstoneDesign-Fall2026-UlsanCollege/Team_4_Capstone_project/issues/70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640080"/>
            <a:ext cx="4114800" cy="4114800"/>
          </a:xfrm>
          <a:prstGeom prst="ellipse">
            <a:avLst/>
          </a:prstGeom>
          <a:solidFill>
            <a:srgbClr val="271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4114800"/>
            <a:ext cx="3291840" cy="3291840"/>
          </a:xfrm>
          <a:prstGeom prst="ellipse">
            <a:avLst/>
          </a:prstGeom>
          <a:solidFill>
            <a:srgbClr val="2B2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7315200" cy="3200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300" b="1">
                <a:solidFill>
                  <a:srgbClr val="C8E83C"/>
                </a:solidFill>
                <a:latin typeface="Aptos Display"/>
              </a:defRPr>
            </a:pPr>
            <a:r>
              <a:t>TEAM 4  / 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601200" cy="9144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CampusVibes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960120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700" b="1">
                <a:solidFill>
                  <a:srgbClr val="C8E83C"/>
                </a:solidFill>
                <a:latin typeface="Aptos Display"/>
              </a:defRPr>
            </a:pPr>
            <a:r>
              <a:t>Your campus. Your vibe.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73552"/>
            <a:ext cx="914400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WEEKLY PROGRESS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069080"/>
            <a:ext cx="8823960" cy="1325880"/>
          </a:xfrm>
          <a:prstGeom prst="roundRect">
            <a:avLst/>
          </a:prstGeom>
          <a:solidFill>
            <a:srgbClr val="262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297680"/>
            <a:ext cx="40233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22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754880"/>
            <a:ext cx="8138160" cy="326243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 Display"/>
              </a:defRPr>
            </a:pPr>
            <a:r>
              <a:t>Presented by Ujjal • Devyana • </a:t>
            </a:r>
            <a:r>
              <a:rPr err="1"/>
              <a:t>Tulasa</a:t>
            </a:r>
            <a:r>
              <a:t> • Prachi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822960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C8E83C"/>
                </a:solidFill>
                <a:latin typeface="Aptos Display"/>
              </a:defRPr>
            </a:pPr>
            <a:r>
              <a:t>DISCOVER   •   CONNECT   •   BELONG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7315FB-425C-8A06-A767-7D7E05A6C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991680"/>
            <a:ext cx="891806" cy="990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t>The idea: one campus, one place</a:t>
            </a:r>
            <a:r>
              <a:rPr lang="en-US"/>
              <a:t> 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10376083" cy="89563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Target Users: </a:t>
            </a:r>
            <a:r>
              <a:rPr lang="en-US" sz="2700"/>
              <a:t>Students who wants to discover campus events, clubs, and activities</a:t>
            </a:r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6" y="3977639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29718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t>Find events and clubs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3977639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480560"/>
            <a:ext cx="29718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t>See campus conversations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3977639"/>
            <a:ext cx="292608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t>Belong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480560"/>
            <a:ext cx="29718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t>Make campus life personal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F003CD-23A6-DFA5-2028-DE031C48D043}"/>
              </a:ext>
            </a:extLst>
          </p:cNvPr>
          <p:cNvSpPr txBox="1"/>
          <p:nvPr/>
        </p:nvSpPr>
        <p:spPr>
          <a:xfrm>
            <a:off x="2443687" y="6455664"/>
            <a:ext cx="7219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Campus activities are easier to join when students can find them.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10789920" cy="6675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t>The problem and 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749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0749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267712"/>
            <a:ext cx="438912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733BDE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26080"/>
            <a:ext cx="4297680" cy="1645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112A"/>
                </a:solidFill>
                <a:latin typeface="Aptos"/>
              </a:defRPr>
            </a:pPr>
            <a:r>
              <a:t>Event information is scattered.</a:t>
            </a:r>
          </a:p>
          <a:p>
            <a:pPr>
              <a:spcAft>
                <a:spcPts val="900"/>
              </a:spcAft>
              <a:defRPr sz="2100" b="0">
                <a:solidFill>
                  <a:srgbClr val="12112A"/>
                </a:solidFill>
                <a:latin typeface="Aptos"/>
              </a:defRPr>
            </a:pPr>
            <a:r>
              <a:t>Students may miss activities or struggle to find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267712"/>
            <a:ext cx="438912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3A1A0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926080"/>
            <a:ext cx="4251960" cy="1645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2112A"/>
                </a:solidFill>
                <a:latin typeface="Aptos"/>
              </a:defRPr>
            </a:pPr>
            <a:r>
              <a:t>One platform for browsing events, viewing campus updates, and managing interests.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D276B4-12A1-6774-F7F4-EBC2918AB487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C7841D-101A-0996-466E-15D1926EEAB3}"/>
              </a:ext>
            </a:extLst>
          </p:cNvPr>
          <p:cNvSpPr txBox="1"/>
          <p:nvPr/>
        </p:nvSpPr>
        <p:spPr>
          <a:xfrm>
            <a:off x="426406" y="514810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Current Demo path</a:t>
            </a: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4F6CB8-3E90-D5F8-7DD3-499AA3E58601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197F52D7-7A46-B229-122D-18FD668AF1DD}"/>
              </a:ext>
            </a:extLst>
          </p:cNvPr>
          <p:cNvSpPr/>
          <p:nvPr/>
        </p:nvSpPr>
        <p:spPr>
          <a:xfrm>
            <a:off x="427034" y="1773418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97978820-CFD1-7279-A427-6B67E1ADC7A7}"/>
              </a:ext>
            </a:extLst>
          </p:cNvPr>
          <p:cNvSpPr/>
          <p:nvPr/>
        </p:nvSpPr>
        <p:spPr>
          <a:xfrm>
            <a:off x="4381500" y="1773418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D0D77525-C15E-B55D-F971-71D419D2986C}"/>
              </a:ext>
            </a:extLst>
          </p:cNvPr>
          <p:cNvSpPr/>
          <p:nvPr/>
        </p:nvSpPr>
        <p:spPr>
          <a:xfrm>
            <a:off x="8194721" y="1773418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0CC78AF6-0831-08ED-0916-2E5055BA0E71}"/>
              </a:ext>
            </a:extLst>
          </p:cNvPr>
          <p:cNvSpPr/>
          <p:nvPr/>
        </p:nvSpPr>
        <p:spPr>
          <a:xfrm>
            <a:off x="427034" y="3761202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08BFBD7B-8127-54FB-6991-E4009CA1C7B3}"/>
              </a:ext>
            </a:extLst>
          </p:cNvPr>
          <p:cNvSpPr/>
          <p:nvPr/>
        </p:nvSpPr>
        <p:spPr>
          <a:xfrm>
            <a:off x="4267200" y="3731511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6">
            <a:extLst>
              <a:ext uri="{FF2B5EF4-FFF2-40B4-BE49-F238E27FC236}">
                <a16:creationId xmlns:a16="http://schemas.microsoft.com/office/drawing/2014/main" id="{8E196875-E8C5-9CFB-2891-D9090D68617F}"/>
              </a:ext>
            </a:extLst>
          </p:cNvPr>
          <p:cNvSpPr/>
          <p:nvPr/>
        </p:nvSpPr>
        <p:spPr>
          <a:xfrm>
            <a:off x="8107366" y="3703320"/>
            <a:ext cx="34290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A2017C-9F06-4D86-1FB3-D8EE59FB19DE}"/>
              </a:ext>
            </a:extLst>
          </p:cNvPr>
          <p:cNvSpPr txBox="1"/>
          <p:nvPr/>
        </p:nvSpPr>
        <p:spPr>
          <a:xfrm>
            <a:off x="491278" y="5882485"/>
            <a:ext cx="11124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Aptos" panose="020B0004020202020204" pitchFamily="34" charset="0"/>
              </a:rPr>
              <a:t>Supporting features, if time permits: Saved Events, Profile, Assistant, Suggestions, social features, and the light/dark theme toggle.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438B28-D368-C123-180D-76AACBAE5ACF}"/>
              </a:ext>
            </a:extLst>
          </p:cNvPr>
          <p:cNvSpPr txBox="1"/>
          <p:nvPr/>
        </p:nvSpPr>
        <p:spPr>
          <a:xfrm>
            <a:off x="568279" y="1819721"/>
            <a:ext cx="2926080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200" b="1">
                <a:solidFill>
                  <a:srgbClr val="733BDE"/>
                </a:solidFill>
                <a:latin typeface="Aptos"/>
              </a:rPr>
              <a:t>Landing Page</a:t>
            </a: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677DF3-8F4B-8C5B-0426-33F8F17C981F}"/>
              </a:ext>
            </a:extLst>
          </p:cNvPr>
          <p:cNvSpPr txBox="1"/>
          <p:nvPr/>
        </p:nvSpPr>
        <p:spPr>
          <a:xfrm>
            <a:off x="8336312" y="3744779"/>
            <a:ext cx="2926080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200" b="1">
                <a:solidFill>
                  <a:srgbClr val="733BDE"/>
                </a:solidFill>
                <a:latin typeface="Aptos"/>
              </a:rPr>
              <a:t>Discover / Events</a:t>
            </a: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851021-D22B-B8E7-4902-D49F0EF50FC0}"/>
              </a:ext>
            </a:extLst>
          </p:cNvPr>
          <p:cNvSpPr txBox="1"/>
          <p:nvPr/>
        </p:nvSpPr>
        <p:spPr>
          <a:xfrm>
            <a:off x="8335966" y="1886468"/>
            <a:ext cx="2926080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200" b="1">
                <a:solidFill>
                  <a:srgbClr val="733BDE"/>
                </a:solidFill>
                <a:latin typeface="Aptos"/>
              </a:rPr>
              <a:t>Dashboard</a:t>
            </a: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304718-0904-1270-EEAD-E503BB44FF83}"/>
              </a:ext>
            </a:extLst>
          </p:cNvPr>
          <p:cNvSpPr txBox="1"/>
          <p:nvPr/>
        </p:nvSpPr>
        <p:spPr>
          <a:xfrm>
            <a:off x="4518660" y="3791568"/>
            <a:ext cx="2926080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200" b="1">
                <a:solidFill>
                  <a:srgbClr val="733BDE"/>
                </a:solidFill>
                <a:latin typeface="Aptos"/>
              </a:rPr>
              <a:t>Search / Filters</a:t>
            </a: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C21DE-E829-0E54-5539-103F13E96A3D}"/>
              </a:ext>
            </a:extLst>
          </p:cNvPr>
          <p:cNvSpPr txBox="1"/>
          <p:nvPr/>
        </p:nvSpPr>
        <p:spPr>
          <a:xfrm>
            <a:off x="4524049" y="1886468"/>
            <a:ext cx="2926080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200" b="1">
                <a:solidFill>
                  <a:srgbClr val="733BDE"/>
                </a:solidFill>
                <a:latin typeface="Aptos"/>
              </a:rPr>
              <a:t>Login / Authentication</a:t>
            </a: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59BDCE-B2E1-4B08-186A-FCF10E32F48C}"/>
              </a:ext>
            </a:extLst>
          </p:cNvPr>
          <p:cNvSpPr txBox="1"/>
          <p:nvPr/>
        </p:nvSpPr>
        <p:spPr>
          <a:xfrm>
            <a:off x="568279" y="3894701"/>
            <a:ext cx="2926080" cy="40318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200" b="1">
                <a:solidFill>
                  <a:srgbClr val="733BDE"/>
                </a:solidFill>
                <a:latin typeface="Aptos"/>
              </a:rPr>
              <a:t>Event Details</a:t>
            </a: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3D991E-4661-AC8D-0D3E-329ECBD283FE}"/>
              </a:ext>
            </a:extLst>
          </p:cNvPr>
          <p:cNvSpPr txBox="1"/>
          <p:nvPr/>
        </p:nvSpPr>
        <p:spPr>
          <a:xfrm>
            <a:off x="8336312" y="4101518"/>
            <a:ext cx="2971800" cy="68018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rPr lang="en-US" sz="2000">
                <a:solidFill>
                  <a:srgbClr val="67657D"/>
                </a:solidFill>
                <a:latin typeface="Aptos"/>
              </a:rPr>
              <a:t>Browse available sample events</a:t>
            </a:r>
            <a:r>
              <a:rPr lang="en-US" sz="1500">
                <a:solidFill>
                  <a:srgbClr val="67657D"/>
                </a:solidFill>
                <a:latin typeface="Aptos"/>
              </a:rPr>
              <a:t>.</a:t>
            </a: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3D0A9A-CB72-AD9E-05BD-987D4104426E}"/>
              </a:ext>
            </a:extLst>
          </p:cNvPr>
          <p:cNvSpPr txBox="1"/>
          <p:nvPr/>
        </p:nvSpPr>
        <p:spPr>
          <a:xfrm>
            <a:off x="572835" y="2219447"/>
            <a:ext cx="2971800" cy="68018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rPr lang="en-US" sz="2000">
                <a:solidFill>
                  <a:srgbClr val="67657D"/>
                </a:solidFill>
                <a:latin typeface="Aptos"/>
              </a:rPr>
              <a:t>Introduce </a:t>
            </a:r>
            <a:r>
              <a:rPr lang="en-US" sz="2000" err="1">
                <a:solidFill>
                  <a:srgbClr val="67657D"/>
                </a:solidFill>
                <a:latin typeface="Aptos"/>
              </a:rPr>
              <a:t>CampusVibes</a:t>
            </a:r>
            <a:r>
              <a:rPr lang="en-US" sz="2000">
                <a:solidFill>
                  <a:srgbClr val="67657D"/>
                </a:solidFill>
                <a:latin typeface="Aptos"/>
              </a:rPr>
              <a:t> and its purpose.</a:t>
            </a:r>
            <a:endParaRPr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E042E6-C386-1373-ED88-56B293D18726}"/>
              </a:ext>
            </a:extLst>
          </p:cNvPr>
          <p:cNvSpPr txBox="1"/>
          <p:nvPr/>
        </p:nvSpPr>
        <p:spPr>
          <a:xfrm>
            <a:off x="4546909" y="2225965"/>
            <a:ext cx="2971800" cy="68018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rPr lang="en-US" sz="2000">
                <a:solidFill>
                  <a:srgbClr val="67657D"/>
                </a:solidFill>
                <a:latin typeface="Aptos"/>
              </a:rPr>
              <a:t>Log in using the verified demo account.</a:t>
            </a:r>
            <a:endParaRPr sz="20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F3155D-092F-650F-1E94-F83560CEB29E}"/>
              </a:ext>
            </a:extLst>
          </p:cNvPr>
          <p:cNvSpPr txBox="1"/>
          <p:nvPr/>
        </p:nvSpPr>
        <p:spPr>
          <a:xfrm>
            <a:off x="4524049" y="4102024"/>
            <a:ext cx="3177650" cy="987963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rPr lang="en-US" sz="2000">
                <a:solidFill>
                  <a:srgbClr val="67657D"/>
                </a:solidFill>
                <a:latin typeface="Aptos"/>
              </a:rPr>
              <a:t>Search events, apply filters, and show the no-results behavior.</a:t>
            </a:r>
            <a:endParaRPr sz="2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FA48FD-BCDA-4173-CB2E-A29D3023F980}"/>
              </a:ext>
            </a:extLst>
          </p:cNvPr>
          <p:cNvSpPr txBox="1"/>
          <p:nvPr/>
        </p:nvSpPr>
        <p:spPr>
          <a:xfrm>
            <a:off x="8335966" y="2222676"/>
            <a:ext cx="2971800" cy="68018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rPr lang="en-US" sz="2000">
                <a:solidFill>
                  <a:srgbClr val="67657D"/>
                </a:solidFill>
                <a:latin typeface="Aptos"/>
              </a:rPr>
              <a:t>Briefly introduce the main navigation.</a:t>
            </a:r>
            <a:endParaRPr sz="20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659881-D18D-6C5F-8382-8D05CA0A700A}"/>
              </a:ext>
            </a:extLst>
          </p:cNvPr>
          <p:cNvSpPr txBox="1"/>
          <p:nvPr/>
        </p:nvSpPr>
        <p:spPr>
          <a:xfrm>
            <a:off x="572835" y="4277915"/>
            <a:ext cx="2971800" cy="68018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67657D"/>
                </a:solidFill>
                <a:latin typeface="Aptos"/>
              </a:defRPr>
            </a:pPr>
            <a:r>
              <a:rPr lang="en-US" sz="2000">
                <a:solidFill>
                  <a:srgbClr val="67657D"/>
                </a:solidFill>
                <a:latin typeface="Aptos"/>
              </a:rPr>
              <a:t>Open an event and display its basic details.</a:t>
            </a:r>
            <a:endParaRPr sz="2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4BF1B0-9353-4D33-F380-8A51F0233868}"/>
              </a:ext>
            </a:extLst>
          </p:cNvPr>
          <p:cNvSpPr txBox="1"/>
          <p:nvPr/>
        </p:nvSpPr>
        <p:spPr>
          <a:xfrm>
            <a:off x="427034" y="902060"/>
            <a:ext cx="8568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A clear path from discovering an event to participating in campus life.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8D0D8EF-A82B-826B-114A-49BB195FD09F}"/>
              </a:ext>
            </a:extLst>
          </p:cNvPr>
          <p:cNvSpPr/>
          <p:nvPr/>
        </p:nvSpPr>
        <p:spPr>
          <a:xfrm>
            <a:off x="3953658" y="2411095"/>
            <a:ext cx="362310" cy="23340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0754B67-A6A1-273D-D780-F20EF646CF45}"/>
              </a:ext>
            </a:extLst>
          </p:cNvPr>
          <p:cNvSpPr/>
          <p:nvPr/>
        </p:nvSpPr>
        <p:spPr>
          <a:xfrm>
            <a:off x="9351035" y="3282178"/>
            <a:ext cx="184029" cy="35673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5E37CA5A-4548-AEF6-B511-679231F6CA97}"/>
              </a:ext>
            </a:extLst>
          </p:cNvPr>
          <p:cNvSpPr/>
          <p:nvPr/>
        </p:nvSpPr>
        <p:spPr>
          <a:xfrm>
            <a:off x="7747655" y="4310752"/>
            <a:ext cx="315168" cy="167847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2EFB1050-38D4-524B-A08C-C9690E06CE82}"/>
              </a:ext>
            </a:extLst>
          </p:cNvPr>
          <p:cNvSpPr/>
          <p:nvPr/>
        </p:nvSpPr>
        <p:spPr>
          <a:xfrm>
            <a:off x="3907489" y="4433977"/>
            <a:ext cx="250443" cy="184031"/>
          </a:xfrm>
          <a:prstGeom prst="leftArrow">
            <a:avLst>
              <a:gd name="adj1" fmla="val 43750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D0FC8F2-60CA-53B7-18B5-AC233420A0B0}"/>
              </a:ext>
            </a:extLst>
          </p:cNvPr>
          <p:cNvSpPr/>
          <p:nvPr/>
        </p:nvSpPr>
        <p:spPr>
          <a:xfrm>
            <a:off x="7884543" y="2564921"/>
            <a:ext cx="310178" cy="16784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9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DFE33-CFAD-1D49-A5CC-F4F922C7A718}"/>
              </a:ext>
            </a:extLst>
          </p:cNvPr>
          <p:cNvSpPr txBox="1"/>
          <p:nvPr/>
        </p:nvSpPr>
        <p:spPr>
          <a:xfrm>
            <a:off x="633593" y="5852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Landing Page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A1903F-C240-3ABE-3CCE-DDEDB6CB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891063"/>
            <a:ext cx="5536001" cy="30171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26EA01-53B9-736C-C1FC-FB1EC28B0A53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50EE6B-1602-CE6A-A37C-66B4056E06D1}"/>
              </a:ext>
            </a:extLst>
          </p:cNvPr>
          <p:cNvSpPr txBox="1"/>
          <p:nvPr/>
        </p:nvSpPr>
        <p:spPr>
          <a:xfrm>
            <a:off x="689770" y="2015042"/>
            <a:ext cx="4846320" cy="80329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sz="2400"/>
              <a:t>•</a:t>
            </a:r>
            <a:r>
              <a:rPr lang="en-US" sz="2400"/>
              <a:t> Introduces </a:t>
            </a:r>
            <a:r>
              <a:rPr lang="en-US" sz="2400" err="1"/>
              <a:t>CampusVibes</a:t>
            </a:r>
            <a:r>
              <a:rPr lang="en-US" sz="2400"/>
              <a:t> and its purpose</a:t>
            </a:r>
            <a:endParaRPr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6A6F3-7E61-82CB-369A-483BF1F0AC3D}"/>
              </a:ext>
            </a:extLst>
          </p:cNvPr>
          <p:cNvSpPr txBox="1"/>
          <p:nvPr/>
        </p:nvSpPr>
        <p:spPr>
          <a:xfrm>
            <a:off x="764630" y="2984992"/>
            <a:ext cx="4846320" cy="80329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sz="2400"/>
              <a:t>•</a:t>
            </a:r>
            <a:r>
              <a:rPr lang="en-US" sz="2400"/>
              <a:t> Provide entry point to login or create account</a:t>
            </a:r>
            <a:endParaRPr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2E73FB-CB8C-B318-7B82-ADF6598C4FD3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A7827-5B2B-756B-57B6-5926B1D32A75}"/>
              </a:ext>
            </a:extLst>
          </p:cNvPr>
          <p:cNvSpPr txBox="1"/>
          <p:nvPr/>
        </p:nvSpPr>
        <p:spPr>
          <a:xfrm>
            <a:off x="8186586" y="1257996"/>
            <a:ext cx="114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2A0BC1-C07C-9DCC-0CB4-FBB2C6C2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76373"/>
            <a:ext cx="4726071" cy="5505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074FB1-4F9A-46C7-CCB3-55E88B420FDD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13EAF-634B-267E-4FCD-11E010CC2C03}"/>
              </a:ext>
            </a:extLst>
          </p:cNvPr>
          <p:cNvSpPr txBox="1"/>
          <p:nvPr/>
        </p:nvSpPr>
        <p:spPr>
          <a:xfrm>
            <a:off x="658368" y="840095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Login or Signup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B07B9-FF69-6307-E731-6684366E573D}"/>
              </a:ext>
            </a:extLst>
          </p:cNvPr>
          <p:cNvSpPr txBox="1"/>
          <p:nvPr/>
        </p:nvSpPr>
        <p:spPr>
          <a:xfrm>
            <a:off x="658368" y="1810208"/>
            <a:ext cx="4811415" cy="2880789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2112A"/>
                </a:solidFill>
                <a:latin typeface="Aptos"/>
              </a:defRPr>
            </a:pPr>
            <a:r>
              <a:rPr sz="2400"/>
              <a:t> </a:t>
            </a:r>
            <a:r>
              <a:rPr lang="en-US" sz="2400"/>
              <a:t>Email/password login and registration using Firebase Authentication.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2400"/>
              <a:t>Logout and authentication persistence 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2400"/>
              <a:t>Demo with verified student account.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10E79-D636-3177-3371-82AD108D67BE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903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EC86B8-2A54-BA60-8A51-C75D200BA56E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197C0-6206-5741-F7D5-B084CC5F1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604" y="1706251"/>
            <a:ext cx="6502789" cy="34635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F7A71D-2645-96E4-40D8-BE1E98B09D0A}"/>
              </a:ext>
            </a:extLst>
          </p:cNvPr>
          <p:cNvSpPr txBox="1"/>
          <p:nvPr/>
        </p:nvSpPr>
        <p:spPr>
          <a:xfrm>
            <a:off x="658368" y="718110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Dashboard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0ABE-7120-4546-5396-1574FDC71CE3}"/>
              </a:ext>
            </a:extLst>
          </p:cNvPr>
          <p:cNvSpPr txBox="1"/>
          <p:nvPr/>
        </p:nvSpPr>
        <p:spPr>
          <a:xfrm>
            <a:off x="565607" y="2191427"/>
            <a:ext cx="4375545" cy="208057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2400"/>
              <a:t>Main navigation for all sections.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2400"/>
              <a:t>Quick access to events, saved items, profile and more.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12112A"/>
                </a:solidFill>
                <a:latin typeface="Aptos"/>
              </a:defRPr>
            </a:pPr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96AC4-1F43-6E3A-B59B-9CE0F1858259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7388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10789920" cy="6675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t>Discover campus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4846320" cy="43396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t>•  </a:t>
            </a:r>
            <a:r>
              <a:rPr lang="en-US" sz="2400"/>
              <a:t>Browse available sample</a:t>
            </a:r>
            <a:r>
              <a:rPr sz="2400"/>
              <a:t>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9691"/>
            <a:ext cx="4846320" cy="43396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t>•  </a:t>
            </a:r>
            <a:r>
              <a:rPr sz="2400"/>
              <a:t>Filter by categories and interests</a:t>
            </a:r>
            <a:endParaRPr lang="en-US" sz="2400"/>
          </a:p>
        </p:txBody>
      </p:sp>
      <p:sp>
        <p:nvSpPr>
          <p:cNvPr id="8" name="TextBox 7"/>
          <p:cNvSpPr txBox="1"/>
          <p:nvPr/>
        </p:nvSpPr>
        <p:spPr>
          <a:xfrm>
            <a:off x="777240" y="3151544"/>
            <a:ext cx="4846320" cy="80329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t>•  </a:t>
            </a:r>
            <a:r>
              <a:rPr sz="2400"/>
              <a:t>Explore event cards and campus picks</a:t>
            </a:r>
            <a:r>
              <a:rPr lang="en-US" sz="24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3A9213-3534-FA2C-18E8-347E30ABA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59" y="585216"/>
            <a:ext cx="5033961" cy="27116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21447C-923E-1156-FFCF-FF034F7C151B}"/>
              </a:ext>
            </a:extLst>
          </p:cNvPr>
          <p:cNvSpPr txBox="1"/>
          <p:nvPr/>
        </p:nvSpPr>
        <p:spPr>
          <a:xfrm>
            <a:off x="777240" y="3929005"/>
            <a:ext cx="4846320" cy="80329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t>•  </a:t>
            </a:r>
            <a:r>
              <a:rPr lang="en-US" sz="2400"/>
              <a:t>Empty-search/ no result behavior tested and recorded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129F73-C6B4-678D-AADD-2D1F44044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59" y="3524708"/>
            <a:ext cx="5064517" cy="2748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D7B466-3692-3BAC-1304-CBED5FADA078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6FC9B-84D6-85C1-F2AB-0F0208147BC3}"/>
              </a:ext>
            </a:extLst>
          </p:cNvPr>
          <p:cNvSpPr txBox="1"/>
          <p:nvPr/>
        </p:nvSpPr>
        <p:spPr>
          <a:xfrm>
            <a:off x="658368" y="768096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Supporting Features</a:t>
            </a:r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247EC0-752A-041F-3B45-466A92057BEB}"/>
              </a:ext>
            </a:extLst>
          </p:cNvPr>
          <p:cNvSpPr/>
          <p:nvPr/>
        </p:nvSpPr>
        <p:spPr>
          <a:xfrm>
            <a:off x="427034" y="1477274"/>
            <a:ext cx="3429000" cy="1804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A7C17D4C-CAA0-DE89-F354-27059D0F0211}"/>
              </a:ext>
            </a:extLst>
          </p:cNvPr>
          <p:cNvSpPr/>
          <p:nvPr/>
        </p:nvSpPr>
        <p:spPr>
          <a:xfrm>
            <a:off x="4218180" y="1477274"/>
            <a:ext cx="3429000" cy="1804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A0BA2FC3-0106-9E74-22C0-1A349B448F04}"/>
              </a:ext>
            </a:extLst>
          </p:cNvPr>
          <p:cNvSpPr/>
          <p:nvPr/>
        </p:nvSpPr>
        <p:spPr>
          <a:xfrm>
            <a:off x="7973568" y="1477274"/>
            <a:ext cx="3429000" cy="1804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B09EC548-EFD7-4FF7-DDEC-8C98BF0B1153}"/>
              </a:ext>
            </a:extLst>
          </p:cNvPr>
          <p:cNvSpPr/>
          <p:nvPr/>
        </p:nvSpPr>
        <p:spPr>
          <a:xfrm>
            <a:off x="427034" y="4257883"/>
            <a:ext cx="3429000" cy="18320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6275C14E-3A42-C615-0B99-793ACB2A98B9}"/>
              </a:ext>
            </a:extLst>
          </p:cNvPr>
          <p:cNvSpPr/>
          <p:nvPr/>
        </p:nvSpPr>
        <p:spPr>
          <a:xfrm>
            <a:off x="4200301" y="4198628"/>
            <a:ext cx="3429000" cy="1837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FCE0C8EE-28A3-85D5-57EE-E498D011DB7B}"/>
              </a:ext>
            </a:extLst>
          </p:cNvPr>
          <p:cNvSpPr/>
          <p:nvPr/>
        </p:nvSpPr>
        <p:spPr>
          <a:xfrm>
            <a:off x="7973568" y="4198628"/>
            <a:ext cx="3429000" cy="18320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5A33F-E184-BE9F-DBBB-B2BADB28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593" y="1580059"/>
            <a:ext cx="605299" cy="605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2763BE-8C84-2956-F0A0-EDCE584B8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057" y="1621849"/>
            <a:ext cx="563509" cy="5635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6F71DD-FFE6-8641-3D77-B348D2748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057" y="4257883"/>
            <a:ext cx="637555" cy="6375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C93263-18DE-E3D7-03E7-1F0C2D562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72" y="4251577"/>
            <a:ext cx="637555" cy="6375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C0BFA4-3C8C-B672-DB71-CA311D0F3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593" y="4257883"/>
            <a:ext cx="631249" cy="6312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E9860D-848D-14E2-565F-F7D1146E0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72" y="1580059"/>
            <a:ext cx="678611" cy="6336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B33DA-06B2-06A1-485A-7AB45E28469C}"/>
              </a:ext>
            </a:extLst>
          </p:cNvPr>
          <p:cNvSpPr txBox="1"/>
          <p:nvPr/>
        </p:nvSpPr>
        <p:spPr>
          <a:xfrm>
            <a:off x="577272" y="2096741"/>
            <a:ext cx="2926080" cy="3724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000" b="1">
                <a:solidFill>
                  <a:srgbClr val="733BDE"/>
                </a:solidFill>
                <a:latin typeface="Aptos"/>
              </a:rPr>
              <a:t>Saved Events</a:t>
            </a:r>
            <a:endParaRPr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4DD74-ED0C-1FE3-172C-2C54982C2170}"/>
              </a:ext>
            </a:extLst>
          </p:cNvPr>
          <p:cNvSpPr txBox="1"/>
          <p:nvPr/>
        </p:nvSpPr>
        <p:spPr>
          <a:xfrm>
            <a:off x="658368" y="4770706"/>
            <a:ext cx="2926080" cy="3724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000" b="1">
                <a:solidFill>
                  <a:srgbClr val="733BDE"/>
                </a:solidFill>
                <a:latin typeface="Aptos"/>
              </a:rPr>
              <a:t>Suggestions</a:t>
            </a:r>
            <a:endParaRPr sz="2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E83EBB-CE31-9398-6202-98C03069B534}"/>
              </a:ext>
            </a:extLst>
          </p:cNvPr>
          <p:cNvSpPr txBox="1"/>
          <p:nvPr/>
        </p:nvSpPr>
        <p:spPr>
          <a:xfrm>
            <a:off x="4411057" y="2021314"/>
            <a:ext cx="2926080" cy="3724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000" b="1">
                <a:solidFill>
                  <a:srgbClr val="733BDE"/>
                </a:solidFill>
                <a:latin typeface="Aptos"/>
              </a:rPr>
              <a:t>Profile</a:t>
            </a:r>
            <a:endParaRPr sz="2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D825E2-B1A7-0CFB-06DD-0BBE30797780}"/>
              </a:ext>
            </a:extLst>
          </p:cNvPr>
          <p:cNvSpPr txBox="1"/>
          <p:nvPr/>
        </p:nvSpPr>
        <p:spPr>
          <a:xfrm>
            <a:off x="4411057" y="4770705"/>
            <a:ext cx="2926080" cy="3724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000" b="1">
                <a:solidFill>
                  <a:srgbClr val="733BDE"/>
                </a:solidFill>
                <a:latin typeface="Aptos"/>
              </a:rPr>
              <a:t>Social Features</a:t>
            </a:r>
            <a:endParaRPr sz="2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5CB523-9CAB-25F8-9967-0A443E8FA07F}"/>
              </a:ext>
            </a:extLst>
          </p:cNvPr>
          <p:cNvSpPr txBox="1"/>
          <p:nvPr/>
        </p:nvSpPr>
        <p:spPr>
          <a:xfrm>
            <a:off x="8225028" y="2085325"/>
            <a:ext cx="2926080" cy="3724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000" b="1">
                <a:solidFill>
                  <a:srgbClr val="733BDE"/>
                </a:solidFill>
                <a:latin typeface="Aptos"/>
              </a:rPr>
              <a:t>Assistant</a:t>
            </a:r>
            <a:endParaRPr sz="20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F5666E-C8E1-5026-AAD8-C3FA6C021CD8}"/>
              </a:ext>
            </a:extLst>
          </p:cNvPr>
          <p:cNvSpPr txBox="1"/>
          <p:nvPr/>
        </p:nvSpPr>
        <p:spPr>
          <a:xfrm>
            <a:off x="8225028" y="4767104"/>
            <a:ext cx="2926080" cy="3724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733BDE"/>
                </a:solidFill>
                <a:latin typeface="Aptos"/>
              </a:defRPr>
            </a:pPr>
            <a:r>
              <a:rPr lang="en-US" sz="2000" b="1">
                <a:solidFill>
                  <a:srgbClr val="733BDE"/>
                </a:solidFill>
                <a:latin typeface="Aptos"/>
              </a:rPr>
              <a:t>Light/Dark mode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B95AAC-3F6E-6BC1-E5F5-9132697B23D8}"/>
              </a:ext>
            </a:extLst>
          </p:cNvPr>
          <p:cNvSpPr txBox="1"/>
          <p:nvPr/>
        </p:nvSpPr>
        <p:spPr>
          <a:xfrm>
            <a:off x="618707" y="2418589"/>
            <a:ext cx="2926080" cy="5570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Save and view your favorites events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A614D8-ECEE-B365-DD38-6B8DE606FADE}"/>
              </a:ext>
            </a:extLst>
          </p:cNvPr>
          <p:cNvSpPr txBox="1"/>
          <p:nvPr/>
        </p:nvSpPr>
        <p:spPr>
          <a:xfrm>
            <a:off x="4452492" y="2393724"/>
            <a:ext cx="2926080" cy="5570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View and edit profile information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AE3D7E-87D6-0453-6E36-7595B19256FC}"/>
              </a:ext>
            </a:extLst>
          </p:cNvPr>
          <p:cNvSpPr txBox="1"/>
          <p:nvPr/>
        </p:nvSpPr>
        <p:spPr>
          <a:xfrm>
            <a:off x="8225028" y="2379726"/>
            <a:ext cx="2926080" cy="5570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Get events suggestion with local answer engine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9F4727-3986-F11E-A6DF-FD5DD455BC1A}"/>
              </a:ext>
            </a:extLst>
          </p:cNvPr>
          <p:cNvSpPr txBox="1"/>
          <p:nvPr/>
        </p:nvSpPr>
        <p:spPr>
          <a:xfrm>
            <a:off x="658368" y="5173893"/>
            <a:ext cx="2926080" cy="31085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Submit your ideas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926D2E-DE40-598D-BC13-3A032CE1B5A7}"/>
              </a:ext>
            </a:extLst>
          </p:cNvPr>
          <p:cNvSpPr txBox="1"/>
          <p:nvPr/>
        </p:nvSpPr>
        <p:spPr>
          <a:xfrm>
            <a:off x="4411057" y="5147417"/>
            <a:ext cx="2926080" cy="80329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Connect, message and share (demo data and persistence limits)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6F7A88-FA19-F2AB-E372-D360856D8316}"/>
              </a:ext>
            </a:extLst>
          </p:cNvPr>
          <p:cNvSpPr txBox="1"/>
          <p:nvPr/>
        </p:nvSpPr>
        <p:spPr>
          <a:xfrm>
            <a:off x="8183593" y="5147417"/>
            <a:ext cx="2926080" cy="5570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2112A"/>
                </a:solidFill>
                <a:latin typeface="Aptos"/>
              </a:defRPr>
            </a:pPr>
            <a:r>
              <a:rPr lang="en-US" sz="1600"/>
              <a:t>Switch between Dark/Light theme</a:t>
            </a:r>
          </a:p>
        </p:txBody>
      </p:sp>
    </p:spTree>
    <p:extLst>
      <p:ext uri="{BB962C8B-B14F-4D97-AF65-F5344CB8AC3E}">
        <p14:creationId xmlns:p14="http://schemas.microsoft.com/office/powerpoint/2010/main" val="284153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5339"/>
            <a:ext cx="10789920" cy="80329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t>C</a:t>
            </a:r>
            <a:r>
              <a:rPr lang="en-US"/>
              <a:t>urrent limitations</a:t>
            </a:r>
          </a:p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 sz="1050"/>
              <a:t>What works now and what still needs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extBox 12">
            <a:extLst>
              <a:ext uri="{FF2B5EF4-FFF2-40B4-BE49-F238E27FC236}">
                <a16:creationId xmlns:a16="http://schemas.microsoft.com/office/drawing/2014/main" id="{79ABEDF7-F665-2AF6-D6CD-B60E0055C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039175"/>
              </p:ext>
            </p:extLst>
          </p:nvPr>
        </p:nvGraphicFramePr>
        <p:xfrm>
          <a:off x="1042416" y="1777789"/>
          <a:ext cx="9924403" cy="4134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17A79-AD4F-4E25-2960-8229B86A035F}"/>
              </a:ext>
            </a:extLst>
          </p:cNvPr>
          <p:cNvSpPr txBox="1"/>
          <p:nvPr/>
        </p:nvSpPr>
        <p:spPr>
          <a:xfrm>
            <a:off x="1045028" y="3017522"/>
            <a:ext cx="1070414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/>
              <a:t>Main User Flow Testing</a:t>
            </a:r>
            <a:endParaRPr lang="en-US" sz="2000"/>
          </a:p>
          <a:p>
            <a:pPr marL="114300" lvl="0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   Tested the main event discovery journey, from browsing events to viewing event details.(</a:t>
            </a:r>
            <a:r>
              <a:rPr lang="en-US" sz="2000">
                <a:hlinkClick r:id="rId2"/>
              </a:rPr>
              <a:t>Issue#64</a:t>
            </a:r>
            <a:r>
              <a:rPr lang="en-US" sz="2000"/>
              <a:t>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/>
              <a:t>Independent Demo Rehearsal</a:t>
            </a:r>
            <a:endParaRPr lang="en-US" sz="2000"/>
          </a:p>
          <a:p>
            <a:pPr marL="114300" lvl="0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      Rehearsed the deployed website independently on desktop and mobile devices.(</a:t>
            </a:r>
            <a:r>
              <a:rPr lang="en-US" sz="2000">
                <a:hlinkClick r:id="rId3"/>
              </a:rPr>
              <a:t>Issue#53</a:t>
            </a:r>
            <a:r>
              <a:rPr lang="en-US" sz="2000"/>
              <a:t>)</a:t>
            </a:r>
          </a:p>
          <a:p>
            <a:pPr>
              <a:buNone/>
            </a:pPr>
            <a:r>
              <a:rPr lang="en-US" sz="2000" b="1"/>
              <a:t>Empty Search / No Results</a:t>
            </a:r>
          </a:p>
          <a:p>
            <a:pPr marL="114300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      Recorded test results and supporting evidence in GitHub issues.(</a:t>
            </a:r>
            <a:r>
              <a:rPr lang="en-US" sz="2000">
                <a:hlinkClick r:id="rId4"/>
              </a:rPr>
              <a:t>Issue#70</a:t>
            </a:r>
            <a:r>
              <a:rPr lang="en-US" sz="2000"/>
              <a:t>)</a:t>
            </a:r>
          </a:p>
          <a:p>
            <a:pPr>
              <a:buNone/>
            </a:pPr>
            <a:r>
              <a:rPr lang="en-US" sz="2000" b="1"/>
              <a:t>Theme toggle</a:t>
            </a:r>
          </a:p>
          <a:p>
            <a:pPr>
              <a:buNone/>
            </a:pPr>
            <a:r>
              <a:rPr lang="en-US" sz="2000"/>
              <a:t>         Toggle evidence(</a:t>
            </a:r>
            <a:r>
              <a:rPr lang="en-US" sz="2000">
                <a:hlinkClick r:id="rId5"/>
              </a:rPr>
              <a:t>Evidence</a:t>
            </a:r>
            <a:r>
              <a:rPr lang="en-US" sz="2000"/>
              <a:t>)</a:t>
            </a:r>
          </a:p>
          <a:p>
            <a:endParaRPr lang="en-US" sz="2000"/>
          </a:p>
          <a:p>
            <a:pPr>
              <a:buNone/>
            </a:pPr>
            <a:r>
              <a:rPr lang="en-US" sz="2000" b="1" err="1"/>
              <a:t>Firestore</a:t>
            </a:r>
            <a:r>
              <a:rPr lang="en-US" sz="2000" b="1"/>
              <a:t> Limitation</a:t>
            </a:r>
          </a:p>
          <a:p>
            <a:r>
              <a:rPr lang="en-US" sz="2000"/>
              <a:t>         Event loading remains unverified(</a:t>
            </a:r>
            <a:r>
              <a:rPr lang="en-US" sz="2000">
                <a:hlinkClick r:id="rId6"/>
              </a:rPr>
              <a:t>Issue#35</a:t>
            </a:r>
            <a:r>
              <a:rPr lang="en-US" sz="2000"/>
              <a:t>)</a:t>
            </a:r>
          </a:p>
          <a:p>
            <a:pPr marL="114300" lvl="0" defTabSz="914400">
              <a:lnSpc>
                <a:spcPct val="90000"/>
              </a:lnSpc>
              <a:spcAft>
                <a:spcPts val="600"/>
              </a:spcAft>
            </a:pPr>
            <a:endParaRPr lang="en-US" sz="200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/>
              <a:t>Outcome:</a:t>
            </a:r>
            <a:r>
              <a:rPr lang="en-US" sz="2000"/>
              <a:t> Verified key user flows and documented testing results for the midterm demonstration.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2E46CD7-C991-37D9-C630-BC7E5F8177BE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3BF2FE-BC34-E56C-1CAD-9539EAA535DE}"/>
              </a:ext>
            </a:extLst>
          </p:cNvPr>
          <p:cNvSpPr txBox="1"/>
          <p:nvPr/>
        </p:nvSpPr>
        <p:spPr>
          <a:xfrm>
            <a:off x="658368" y="768096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Testing and Evidence</a:t>
            </a: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D1B7EA3-93E1-5298-6C94-3F18072BADB7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6439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9142D4-64B2-BB08-2AC4-359BF623EB00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E88C9-F5DD-A207-A320-276395B0036F}"/>
              </a:ext>
            </a:extLst>
          </p:cNvPr>
          <p:cNvSpPr txBox="1"/>
          <p:nvPr/>
        </p:nvSpPr>
        <p:spPr>
          <a:xfrm>
            <a:off x="658368" y="768096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Evidence links</a:t>
            </a: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7794BB-D0E5-AA76-DD87-3D31BB81C24B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extBox 12">
            <a:extLst>
              <a:ext uri="{FF2B5EF4-FFF2-40B4-BE49-F238E27FC236}">
                <a16:creationId xmlns:a16="http://schemas.microsoft.com/office/drawing/2014/main" id="{51E3D66E-6760-F5A4-8CDF-4D6DD64CE8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9929248"/>
              </p:ext>
            </p:extLst>
          </p:nvPr>
        </p:nvGraphicFramePr>
        <p:xfrm>
          <a:off x="1949569" y="1938067"/>
          <a:ext cx="7965529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15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EBC3D1-C9DB-03D2-943B-82D04B912378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C988F-CC5B-7DC2-9269-FAEE31E7152B}"/>
              </a:ext>
            </a:extLst>
          </p:cNvPr>
          <p:cNvSpPr txBox="1"/>
          <p:nvPr/>
        </p:nvSpPr>
        <p:spPr>
          <a:xfrm>
            <a:off x="658368" y="768096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Contribution summary</a:t>
            </a:r>
            <a:endParaRPr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2B284B-8AE3-4AE6-59A1-FDFB93AE0679}"/>
              </a:ext>
            </a:extLst>
          </p:cNvPr>
          <p:cNvSpPr/>
          <p:nvPr/>
        </p:nvSpPr>
        <p:spPr>
          <a:xfrm>
            <a:off x="868394" y="1759789"/>
            <a:ext cx="4393720" cy="17121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Prachi</a:t>
            </a:r>
          </a:p>
          <a:p>
            <a:r>
              <a:rPr lang="en-US" sz="1000">
                <a:solidFill>
                  <a:schemeClr val="tx1"/>
                </a:solidFill>
              </a:rPr>
              <a:t>prachi2061</a:t>
            </a:r>
          </a:p>
          <a:p>
            <a:r>
              <a:rPr lang="en-US">
                <a:solidFill>
                  <a:schemeClr val="tx1"/>
                </a:solidFill>
              </a:rPr>
              <a:t>• Navigation &amp; event imagery</a:t>
            </a:r>
          </a:p>
          <a:p>
            <a:r>
              <a:rPr lang="en-US">
                <a:solidFill>
                  <a:schemeClr val="tx1"/>
                </a:solidFill>
              </a:rPr>
              <a:t>• Supporting features &amp; Gemini</a:t>
            </a:r>
          </a:p>
          <a:p>
            <a:r>
              <a:rPr lang="en-US">
                <a:solidFill>
                  <a:schemeClr val="tx1"/>
                </a:solidFill>
              </a:rPr>
              <a:t>• Automated regression tests</a:t>
            </a:r>
          </a:p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58B55C-E7FD-E903-A0FE-40C2BB7C0230}"/>
              </a:ext>
            </a:extLst>
          </p:cNvPr>
          <p:cNvSpPr/>
          <p:nvPr/>
        </p:nvSpPr>
        <p:spPr>
          <a:xfrm>
            <a:off x="6530079" y="1759789"/>
            <a:ext cx="4252940" cy="178854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Devyana</a:t>
            </a:r>
          </a:p>
          <a:p>
            <a:r>
              <a:rPr lang="en-US" sz="1000" err="1">
                <a:solidFill>
                  <a:schemeClr val="tx1"/>
                </a:solidFill>
              </a:rPr>
              <a:t>DevyanaCT</a:t>
            </a:r>
            <a:endParaRPr lang="en-US" sz="100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• Events flow testing &amp; retesting</a:t>
            </a:r>
          </a:p>
          <a:p>
            <a:r>
              <a:rPr lang="en-US">
                <a:solidFill>
                  <a:schemeClr val="tx1"/>
                </a:solidFill>
              </a:rPr>
              <a:t>• Light/dark theme toggle</a:t>
            </a:r>
          </a:p>
          <a:p>
            <a:r>
              <a:rPr lang="en-US">
                <a:solidFill>
                  <a:schemeClr val="tx1"/>
                </a:solidFill>
              </a:rPr>
              <a:t>• Demo verification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5E8C34-249A-9435-05BF-5924B87018FA}"/>
              </a:ext>
            </a:extLst>
          </p:cNvPr>
          <p:cNvSpPr/>
          <p:nvPr/>
        </p:nvSpPr>
        <p:spPr>
          <a:xfrm>
            <a:off x="868394" y="3666577"/>
            <a:ext cx="4285948" cy="18906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tx1"/>
                </a:solidFill>
              </a:rPr>
              <a:t>Ujjal</a:t>
            </a:r>
          </a:p>
          <a:p>
            <a:r>
              <a:rPr lang="en-US" sz="1000">
                <a:solidFill>
                  <a:schemeClr val="tx1"/>
                </a:solidFill>
              </a:rPr>
              <a:t>ujjalpoudel75</a:t>
            </a:r>
          </a:p>
          <a:p>
            <a:r>
              <a:rPr lang="en-US">
                <a:solidFill>
                  <a:schemeClr val="tx1"/>
                </a:solidFill>
              </a:rPr>
              <a:t>• Empty-search testing</a:t>
            </a:r>
          </a:p>
          <a:p>
            <a:r>
              <a:rPr lang="en-US">
                <a:solidFill>
                  <a:schemeClr val="tx1"/>
                </a:solidFill>
              </a:rPr>
              <a:t>• No-events behavior</a:t>
            </a:r>
          </a:p>
          <a:p>
            <a:r>
              <a:rPr lang="en-US">
                <a:solidFill>
                  <a:schemeClr val="tx1"/>
                </a:solidFill>
              </a:rPr>
              <a:t>• Contribution in documentation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F23212-86B2-518A-CFA6-12A8DFF842F7}"/>
              </a:ext>
            </a:extLst>
          </p:cNvPr>
          <p:cNvSpPr/>
          <p:nvPr/>
        </p:nvSpPr>
        <p:spPr>
          <a:xfrm>
            <a:off x="6530081" y="3699224"/>
            <a:ext cx="4327700" cy="18906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err="1">
                <a:solidFill>
                  <a:schemeClr val="tx1"/>
                </a:solidFill>
              </a:rPr>
              <a:t>Tulasha</a:t>
            </a:r>
            <a:endParaRPr lang="en-US" b="1">
              <a:solidFill>
                <a:schemeClr val="tx1"/>
              </a:solidFill>
            </a:endParaRPr>
          </a:p>
          <a:p>
            <a:r>
              <a:rPr lang="en-US" sz="1000">
                <a:solidFill>
                  <a:schemeClr val="tx1"/>
                </a:solidFill>
              </a:rPr>
              <a:t>Tulseyy8848</a:t>
            </a:r>
          </a:p>
          <a:p>
            <a:r>
              <a:rPr lang="en-US">
                <a:solidFill>
                  <a:schemeClr val="tx1"/>
                </a:solidFill>
              </a:rPr>
              <a:t>• Deployed demo &amp; user-flow testing</a:t>
            </a:r>
          </a:p>
          <a:p>
            <a:r>
              <a:rPr lang="en-US">
                <a:solidFill>
                  <a:schemeClr val="tx1"/>
                </a:solidFill>
              </a:rPr>
              <a:t>• Feature and filter verification</a:t>
            </a:r>
          </a:p>
          <a:p>
            <a:r>
              <a:rPr lang="en-US">
                <a:solidFill>
                  <a:schemeClr val="tx1"/>
                </a:solidFill>
              </a:rPr>
              <a:t>• Desktop/mobile testing</a:t>
            </a:r>
          </a:p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FAD95C-40E9-3BE5-6981-8EA8027E4BF7}"/>
              </a:ext>
            </a:extLst>
          </p:cNvPr>
          <p:cNvSpPr txBox="1"/>
          <p:nvPr/>
        </p:nvSpPr>
        <p:spPr>
          <a:xfrm>
            <a:off x="2593674" y="6553315"/>
            <a:ext cx="7993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Evidence: Individual receipts · PRs · Commits · Issues #63, #64, #70, #74, #75, #77</a:t>
            </a:r>
          </a:p>
        </p:txBody>
      </p:sp>
      <p:sp>
        <p:nvSpPr>
          <p:cNvPr id="22" name="Rectangle: Single Corner Rounded 21">
            <a:extLst>
              <a:ext uri="{FF2B5EF4-FFF2-40B4-BE49-F238E27FC236}">
                <a16:creationId xmlns:a16="http://schemas.microsoft.com/office/drawing/2014/main" id="{4A6935C1-64E6-F181-DE54-E4BBB69BBC62}"/>
              </a:ext>
            </a:extLst>
          </p:cNvPr>
          <p:cNvSpPr/>
          <p:nvPr/>
        </p:nvSpPr>
        <p:spPr>
          <a:xfrm>
            <a:off x="2001327" y="5708162"/>
            <a:ext cx="8393961" cy="768775"/>
          </a:xfrm>
          <a:prstGeom prst="round1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A50021"/>
                </a:solidFill>
              </a:rPr>
              <a:t>CURRENT LIMITATION</a:t>
            </a:r>
          </a:p>
          <a:p>
            <a:pPr algn="ctr"/>
            <a:r>
              <a:rPr lang="en-US" sz="1600">
                <a:solidFill>
                  <a:schemeClr val="tx1"/>
                </a:solidFill>
              </a:rPr>
              <a:t>Events use sample data; persistent </a:t>
            </a:r>
            <a:r>
              <a:rPr lang="en-US" sz="1600" err="1">
                <a:solidFill>
                  <a:schemeClr val="tx1"/>
                </a:solidFill>
              </a:rPr>
              <a:t>Firestore</a:t>
            </a:r>
            <a:r>
              <a:rPr lang="en-US" sz="1600">
                <a:solidFill>
                  <a:schemeClr val="tx1"/>
                </a:solidFill>
              </a:rPr>
              <a:t> event loading and saving remain unverified.</a:t>
            </a:r>
          </a:p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51E93E-4FFE-E443-4D13-1157D2AFBBD1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0120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B5094F-270F-DAE6-BC07-E39B8FC4A8F3}"/>
              </a:ext>
            </a:extLst>
          </p:cNvPr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5C79E-5BEB-023D-E974-4D2E2E00EC8B}"/>
              </a:ext>
            </a:extLst>
          </p:cNvPr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F5324-6699-C82B-CE5A-A3EBA0808677}"/>
              </a:ext>
            </a:extLst>
          </p:cNvPr>
          <p:cNvSpPr txBox="1"/>
          <p:nvPr/>
        </p:nvSpPr>
        <p:spPr>
          <a:xfrm>
            <a:off x="658368" y="768096"/>
            <a:ext cx="10789920" cy="52629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rPr lang="en-US"/>
              <a:t>Next steps after midterm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00C60-0789-E0F3-CB9F-C3469BCA325A}"/>
              </a:ext>
            </a:extLst>
          </p:cNvPr>
          <p:cNvSpPr txBox="1"/>
          <p:nvPr/>
        </p:nvSpPr>
        <p:spPr>
          <a:xfrm>
            <a:off x="605344" y="196524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1. Verify </a:t>
            </a:r>
            <a:r>
              <a:rPr lang="en-US" b="1" err="1"/>
              <a:t>Firestore</a:t>
            </a: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Test event loading if database access is available.</a:t>
            </a:r>
          </a:p>
          <a:p>
            <a:pPr>
              <a:buNone/>
            </a:pPr>
            <a:r>
              <a:rPr lang="en-US" b="1"/>
              <a:t>2. Fix Critical Issues</a:t>
            </a: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Prioritize and resolve bugs affecting core features.</a:t>
            </a:r>
          </a:p>
          <a:p>
            <a:pPr>
              <a:buNone/>
            </a:pPr>
            <a:r>
              <a:rPr lang="en-US" b="1"/>
              <a:t>3. Improve the Application</a:t>
            </a: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/>
              <a:t>Use testing results and professor feedback to refine the application.</a:t>
            </a:r>
          </a:p>
          <a:p>
            <a:pPr>
              <a:buNone/>
            </a:pPr>
            <a:r>
              <a:rPr lang="en-US" b="1"/>
              <a:t>Goal:</a:t>
            </a:r>
            <a:r>
              <a:rPr lang="en-US"/>
              <a:t> Make </a:t>
            </a:r>
            <a:r>
              <a:rPr lang="en-US" err="1"/>
              <a:t>CampusVibes</a:t>
            </a:r>
            <a:r>
              <a:rPr lang="en-US"/>
              <a:t> more reliable, functional, and user-friendly.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0D6549-7AAA-4B17-058D-9A375A415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344" y="1031245"/>
            <a:ext cx="5229359" cy="53498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1158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733BDE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68096"/>
            <a:ext cx="10789920" cy="6675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12112A"/>
                </a:solidFill>
                <a:latin typeface="Aptos"/>
              </a:defRPr>
            </a:pPr>
            <a:r>
              <a:t>Technical foundation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733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21208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466344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733BD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51176"/>
            <a:ext cx="466344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2112A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521208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139696"/>
            <a:ext cx="466344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733BDE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51176"/>
            <a:ext cx="466344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2112A"/>
                </a:solidFill>
                <a:latin typeface="Aptos"/>
              </a:defRPr>
            </a:pPr>
            <a:r>
              <a:t>Firebase 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11880"/>
            <a:ext cx="521208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831336"/>
            <a:ext cx="466344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733BD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42816"/>
            <a:ext cx="466344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2112A"/>
                </a:solidFill>
                <a:latin typeface="Aptos"/>
              </a:defRPr>
            </a:pPr>
            <a:r>
              <a:t>Firestore + local demo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611880"/>
            <a:ext cx="521208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3831336"/>
            <a:ext cx="466344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733BDE"/>
                </a:solidFill>
                <a:latin typeface="Aptos"/>
              </a:defRPr>
            </a:pPr>
            <a:r>
              <a:t>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42816"/>
            <a:ext cx="4663440" cy="4114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2112A"/>
                </a:solidFill>
                <a:latin typeface="Aptos"/>
              </a:defRPr>
            </a:pPr>
            <a:r>
              <a:t>Discover • Feed • Profile • Assistant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9184"/>
            <a:ext cx="7315200" cy="25603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C8E83C"/>
                </a:solidFill>
                <a:latin typeface="Aptos"/>
              </a:defRPr>
            </a:pPr>
            <a:r>
              <a:t>TEAM 4  /  CAMPUSVIBES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8707"/>
            <a:ext cx="10789920" cy="8263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  <a:r>
              <a:rPr lang="en-US"/>
              <a:t>!</a:t>
            </a:r>
          </a:p>
          <a:p>
            <a:pPr algn="ctr">
              <a:spcAft>
                <a:spcPts val="9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rPr lang="en-US" sz="1200"/>
              <a:t>We are happy to Answer your Questions</a:t>
            </a:r>
            <a:endParaRPr sz="1200"/>
          </a:p>
        </p:txBody>
      </p:sp>
      <p:sp>
        <p:nvSpPr>
          <p:cNvPr id="4" name="Rectangle 3"/>
          <p:cNvSpPr/>
          <p:nvPr/>
        </p:nvSpPr>
        <p:spPr>
          <a:xfrm>
            <a:off x="676656" y="1508760"/>
            <a:ext cx="731520" cy="50292"/>
          </a:xfrm>
          <a:prstGeom prst="rect">
            <a:avLst/>
          </a:prstGeom>
          <a:solidFill>
            <a:srgbClr val="C8E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795528"/>
            <a:ext cx="5852160" cy="731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rPr err="1"/>
              <a:t>CampusVibes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00002" y="943442"/>
            <a:ext cx="5852160" cy="4572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C8E83C"/>
                </a:solidFill>
                <a:latin typeface="Aptos"/>
              </a:defRPr>
            </a:pPr>
            <a:r>
              <a:t>Discover  •  Connect  •  Belong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30306"/>
            <a:ext cx="9966960" cy="139576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Team 4 Capstone Project</a:t>
            </a:r>
          </a:p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GitHub: CapstoneDesign-Fall2026-UlsanCollege/</a:t>
            </a:r>
          </a:p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Team_4_Capstone_project</a:t>
            </a:r>
            <a:endParaRPr lang="en-US" dirty="0"/>
          </a:p>
          <a:p>
            <a:pPr>
              <a:spcAft>
                <a:spcPts val="9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Assigned by : Professor Benjamin W Slater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7CFDB5-EFC4-2FCE-0C2F-89C3FF586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069" y="242776"/>
            <a:ext cx="890093" cy="987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2">
    <wetp:webextensionref xmlns:r="http://schemas.openxmlformats.org/officeDocument/2006/relationships" r:id="rId1"/>
  </wetp:taskpane>
  <wetp:taskpane dockstate="right" visibility="0" width="700" row="6">
    <wetp:webextensionref xmlns:r="http://schemas.openxmlformats.org/officeDocument/2006/relationships" r:id="rId2"/>
  </wetp:taskpane>
  <wetp:taskpane dockstate="right" visibility="0" width="700" row="5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3DDCB445-A3A9-4933-B3C7-F7EF6C11EBE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8c1a4dc4-a65b-48a8-a58e-4202b981b11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FBD6D26-418D-4C47-AF69-CD9635739F31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9CEA86F7-3A53-4D8E-AB8F-A835CBEFF9DE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1081</Words>
  <Application>Microsoft Office PowerPoint</Application>
  <PresentationFormat>Widescreen</PresentationFormat>
  <Paragraphs>169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Laxman Bhattarai</dc:creator>
  <cp:keywords/>
  <dc:description>generated using python-pptx</dc:description>
  <cp:lastModifiedBy>Laxman Bhattarai</cp:lastModifiedBy>
  <cp:revision>1</cp:revision>
  <dcterms:created xsi:type="dcterms:W3CDTF">2013-01-27T09:14:16Z</dcterms:created>
  <dcterms:modified xsi:type="dcterms:W3CDTF">2026-10-22T04:50:48Z</dcterms:modified>
  <cp:category/>
</cp:coreProperties>
</file>